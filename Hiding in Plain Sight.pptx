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2"/>
  </p:notesMasterIdLst>
  <p:sldIdLst>
    <p:sldId id="2561" r:id="rId2"/>
    <p:sldId id="276" r:id="rId3"/>
    <p:sldId id="2564" r:id="rId4"/>
    <p:sldId id="2585" r:id="rId5"/>
    <p:sldId id="2565" r:id="rId6"/>
    <p:sldId id="2584" r:id="rId7"/>
    <p:sldId id="2566" r:id="rId8"/>
    <p:sldId id="2567" r:id="rId9"/>
    <p:sldId id="2586" r:id="rId10"/>
    <p:sldId id="2568" r:id="rId11"/>
    <p:sldId id="2569" r:id="rId12"/>
    <p:sldId id="2591" r:id="rId13"/>
    <p:sldId id="2570" r:id="rId14"/>
    <p:sldId id="2571" r:id="rId15"/>
    <p:sldId id="2572" r:id="rId16"/>
    <p:sldId id="2587" r:id="rId17"/>
    <p:sldId id="2588" r:id="rId18"/>
    <p:sldId id="2589" r:id="rId19"/>
    <p:sldId id="2590" r:id="rId20"/>
    <p:sldId id="2583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Hiding in Plain Sight: An Introduction to Steganography" id="{5D70D150-01CD-42BC-9E0E-BB133BC8861C}">
          <p14:sldIdLst>
            <p14:sldId id="2561"/>
            <p14:sldId id="276"/>
          </p14:sldIdLst>
        </p14:section>
        <p14:section name="Understanding Steganography: The Art of Hidden Communication" id="{51AED5E0-515F-4D12-865A-33635DC210BD}">
          <p14:sldIdLst>
            <p14:sldId id="2564"/>
            <p14:sldId id="2585"/>
            <p14:sldId id="2565"/>
            <p14:sldId id="2584"/>
            <p14:sldId id="2566"/>
          </p14:sldIdLst>
        </p14:section>
        <p14:section name="Basic Concepts and Principles of Steganography" id="{7A129363-7309-47AC-A24F-68A8FE1476F0}">
          <p14:sldIdLst>
            <p14:sldId id="2567"/>
            <p14:sldId id="2586"/>
            <p14:sldId id="2568"/>
            <p14:sldId id="2569"/>
            <p14:sldId id="2591"/>
            <p14:sldId id="2570"/>
          </p14:sldIdLst>
        </p14:section>
        <p14:section name="Popular Steganography Techniques and Methods" id="{E83869B8-F49F-480D-9DCA-0FC20D747412}">
          <p14:sldIdLst>
            <p14:sldId id="2571"/>
            <p14:sldId id="2572"/>
            <p14:sldId id="2587"/>
            <p14:sldId id="2588"/>
            <p14:sldId id="2589"/>
            <p14:sldId id="2590"/>
          </p14:sldIdLst>
        </p14:section>
        <p14:section name="Conclusion" id="{AEF3CCCA-F760-436E-9340-3A445769383C}">
          <p14:sldIdLst>
            <p14:sldId id="258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3E40EEA-E0AA-465C-8CA0-35B0C293D6E7}" v="1" dt="2025-07-20T03:31:38.481"/>
    <p1510:client id="{3053D5BB-D3D9-40CE-8B5E-D0B198957C8F}" v="2267" dt="2025-07-20T03:19:18.75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15" autoAdjust="0"/>
    <p:restoredTop sz="90955" autoAdjust="0"/>
  </p:normalViewPr>
  <p:slideViewPr>
    <p:cSldViewPr snapToGrid="0">
      <p:cViewPr varScale="1">
        <p:scale>
          <a:sx n="119" d="100"/>
          <a:sy n="119" d="100"/>
        </p:scale>
        <p:origin x="240" y="330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duardo V" userId="baac06ad936a8abe" providerId="LiveId" clId="{23E40EEA-E0AA-465C-8CA0-35B0C293D6E7}"/>
    <pc:docChg chg="addSld modSld">
      <pc:chgData name="Eduardo V" userId="baac06ad936a8abe" providerId="LiveId" clId="{23E40EEA-E0AA-465C-8CA0-35B0C293D6E7}" dt="2025-07-20T03:32:01.479" v="4" actId="6549"/>
      <pc:docMkLst>
        <pc:docMk/>
      </pc:docMkLst>
      <pc:sldChg chg="modSp add mod">
        <pc:chgData name="Eduardo V" userId="baac06ad936a8abe" providerId="LiveId" clId="{23E40EEA-E0AA-465C-8CA0-35B0C293D6E7}" dt="2025-07-20T03:32:01.479" v="4" actId="6549"/>
        <pc:sldMkLst>
          <pc:docMk/>
          <pc:sldMk cId="4290865710" sldId="276"/>
        </pc:sldMkLst>
        <pc:spChg chg="mod">
          <ac:chgData name="Eduardo V" userId="baac06ad936a8abe" providerId="LiveId" clId="{23E40EEA-E0AA-465C-8CA0-35B0C293D6E7}" dt="2025-07-20T03:32:01.479" v="4" actId="6549"/>
          <ac:spMkLst>
            <pc:docMk/>
            <pc:sldMk cId="4290865710" sldId="276"/>
            <ac:spMk id="14" creationId="{00000000-0000-0000-0000-000000000000}"/>
          </ac:spMkLst>
        </pc:spChg>
      </pc:sldChg>
    </pc:docChg>
  </pc:docChgLst>
  <pc:docChgLst>
    <pc:chgData name="Eduardo V" userId="baac06ad936a8abe" providerId="LiveId" clId="{3053D5BB-D3D9-40CE-8B5E-D0B198957C8F}"/>
    <pc:docChg chg="undo custSel addSld delSld modSld sldOrd delSection modSection">
      <pc:chgData name="Eduardo V" userId="baac06ad936a8abe" providerId="LiveId" clId="{3053D5BB-D3D9-40CE-8B5E-D0B198957C8F}" dt="2025-07-20T03:30:22.404" v="3558" actId="20577"/>
      <pc:docMkLst>
        <pc:docMk/>
      </pc:docMkLst>
      <pc:sldChg chg="addSp delSp modSp mod modMedia modClrScheme delAnim chgLayout modNotesTx">
        <pc:chgData name="Eduardo V" userId="baac06ad936a8abe" providerId="LiveId" clId="{3053D5BB-D3D9-40CE-8B5E-D0B198957C8F}" dt="2025-07-20T03:26:34.373" v="3352" actId="790"/>
        <pc:sldMkLst>
          <pc:docMk/>
          <pc:sldMk cId="418975579" sldId="2561"/>
        </pc:sldMkLst>
        <pc:spChg chg="mod">
          <ac:chgData name="Eduardo V" userId="baac06ad936a8abe" providerId="LiveId" clId="{3053D5BB-D3D9-40CE-8B5E-D0B198957C8F}" dt="2025-07-20T03:26:34.373" v="3352" actId="790"/>
          <ac:spMkLst>
            <pc:docMk/>
            <pc:sldMk cId="418975579" sldId="2561"/>
            <ac:spMk id="2" creationId="{D3BD6C9A-1402-BE9D-7B2A-BC65A73A81F0}"/>
          </ac:spMkLst>
        </pc:spChg>
        <pc:spChg chg="mod">
          <ac:chgData name="Eduardo V" userId="baac06ad936a8abe" providerId="LiveId" clId="{3053D5BB-D3D9-40CE-8B5E-D0B198957C8F}" dt="2025-07-20T03:26:34.373" v="3352" actId="790"/>
          <ac:spMkLst>
            <pc:docMk/>
            <pc:sldMk cId="418975579" sldId="2561"/>
            <ac:spMk id="3" creationId="{DB716C36-753B-2F86-0F14-5DB2CFB18F83}"/>
          </ac:spMkLst>
        </pc:spChg>
        <pc:picChg chg="add">
          <ac:chgData name="Eduardo V" userId="baac06ad936a8abe" providerId="LiveId" clId="{3053D5BB-D3D9-40CE-8B5E-D0B198957C8F}" dt="2025-07-18T03:59:59.994" v="6" actId="26606"/>
          <ac:picMkLst>
            <pc:docMk/>
            <pc:sldMk cId="418975579" sldId="2561"/>
            <ac:picMk id="6" creationId="{3471ADC7-3367-AD5A-3E44-2E899C78549A}"/>
          </ac:picMkLst>
        </pc:picChg>
      </pc:sldChg>
      <pc:sldChg chg="modSp del">
        <pc:chgData name="Eduardo V" userId="baac06ad936a8abe" providerId="LiveId" clId="{3053D5BB-D3D9-40CE-8B5E-D0B198957C8F}" dt="2025-07-18T04:04:38.075" v="168" actId="2696"/>
        <pc:sldMkLst>
          <pc:docMk/>
          <pc:sldMk cId="1070309951" sldId="2562"/>
        </pc:sldMkLst>
      </pc:sldChg>
      <pc:sldChg chg="del">
        <pc:chgData name="Eduardo V" userId="baac06ad936a8abe" providerId="LiveId" clId="{3053D5BB-D3D9-40CE-8B5E-D0B198957C8F}" dt="2025-07-18T04:07:28.674" v="169" actId="2696"/>
        <pc:sldMkLst>
          <pc:docMk/>
          <pc:sldMk cId="2360598870" sldId="2563"/>
        </pc:sldMkLst>
      </pc:sldChg>
      <pc:sldChg chg="addSp delSp modSp mod modClrScheme modAnim chgLayout modNotesTx">
        <pc:chgData name="Eduardo V" userId="baac06ad936a8abe" providerId="LiveId" clId="{3053D5BB-D3D9-40CE-8B5E-D0B198957C8F}" dt="2025-07-20T03:26:34.373" v="3352" actId="790"/>
        <pc:sldMkLst>
          <pc:docMk/>
          <pc:sldMk cId="1213899765" sldId="2564"/>
        </pc:sldMkLst>
        <pc:spChg chg="mod">
          <ac:chgData name="Eduardo V" userId="baac06ad936a8abe" providerId="LiveId" clId="{3053D5BB-D3D9-40CE-8B5E-D0B198957C8F}" dt="2025-07-20T03:26:34.373" v="3352" actId="790"/>
          <ac:spMkLst>
            <pc:docMk/>
            <pc:sldMk cId="1213899765" sldId="2564"/>
            <ac:spMk id="2" creationId="{DBD1DD0C-D37B-840A-807C-6B1C9F4D3116}"/>
          </ac:spMkLst>
        </pc:spChg>
        <pc:spChg chg="mod ord">
          <ac:chgData name="Eduardo V" userId="baac06ad936a8abe" providerId="LiveId" clId="{3053D5BB-D3D9-40CE-8B5E-D0B198957C8F}" dt="2025-07-20T03:26:34.373" v="3352" actId="790"/>
          <ac:spMkLst>
            <pc:docMk/>
            <pc:sldMk cId="1213899765" sldId="2564"/>
            <ac:spMk id="5" creationId="{D2138D33-C750-4B55-8EE2-6C687E3DA824}"/>
          </ac:spMkLst>
        </pc:spChg>
        <pc:picChg chg="add mod">
          <ac:chgData name="Eduardo V" userId="baac06ad936a8abe" providerId="LiveId" clId="{3053D5BB-D3D9-40CE-8B5E-D0B198957C8F}" dt="2025-07-18T04:32:31.931" v="491" actId="26606"/>
          <ac:picMkLst>
            <pc:docMk/>
            <pc:sldMk cId="1213899765" sldId="2564"/>
            <ac:picMk id="6" creationId="{19D4D403-8B53-2B85-D023-41E56F8888EA}"/>
          </ac:picMkLst>
        </pc:picChg>
      </pc:sldChg>
      <pc:sldChg chg="modSp mod ord modNotesTx">
        <pc:chgData name="Eduardo V" userId="baac06ad936a8abe" providerId="LiveId" clId="{3053D5BB-D3D9-40CE-8B5E-D0B198957C8F}" dt="2025-07-20T03:26:34.373" v="3352" actId="790"/>
        <pc:sldMkLst>
          <pc:docMk/>
          <pc:sldMk cId="832627690" sldId="2565"/>
        </pc:sldMkLst>
        <pc:spChg chg="mod">
          <ac:chgData name="Eduardo V" userId="baac06ad936a8abe" providerId="LiveId" clId="{3053D5BB-D3D9-40CE-8B5E-D0B198957C8F}" dt="2025-07-20T03:26:34.373" v="3352" actId="790"/>
          <ac:spMkLst>
            <pc:docMk/>
            <pc:sldMk cId="832627690" sldId="2565"/>
            <ac:spMk id="2" creationId="{756D6442-83C5-B36A-2E7B-EFED49C49E07}"/>
          </ac:spMkLst>
        </pc:spChg>
        <pc:spChg chg="mod">
          <ac:chgData name="Eduardo V" userId="baac06ad936a8abe" providerId="LiveId" clId="{3053D5BB-D3D9-40CE-8B5E-D0B198957C8F}" dt="2025-07-20T03:26:34.373" v="3352" actId="790"/>
          <ac:spMkLst>
            <pc:docMk/>
            <pc:sldMk cId="832627690" sldId="2565"/>
            <ac:spMk id="5" creationId="{083CCDEA-197B-48CB-85BC-F1CF6021B229}"/>
          </ac:spMkLst>
        </pc:spChg>
      </pc:sldChg>
      <pc:sldChg chg="addSp modSp mod modNotesTx">
        <pc:chgData name="Eduardo V" userId="baac06ad936a8abe" providerId="LiveId" clId="{3053D5BB-D3D9-40CE-8B5E-D0B198957C8F}" dt="2025-07-20T03:26:34.373" v="3352" actId="790"/>
        <pc:sldMkLst>
          <pc:docMk/>
          <pc:sldMk cId="2547655131" sldId="2566"/>
        </pc:sldMkLst>
        <pc:spChg chg="mod">
          <ac:chgData name="Eduardo V" userId="baac06ad936a8abe" providerId="LiveId" clId="{3053D5BB-D3D9-40CE-8B5E-D0B198957C8F}" dt="2025-07-20T03:26:34.373" v="3352" actId="790"/>
          <ac:spMkLst>
            <pc:docMk/>
            <pc:sldMk cId="2547655131" sldId="2566"/>
            <ac:spMk id="2" creationId="{DB61A172-EE74-5C7E-F95C-5D3A53CAD6DD}"/>
          </ac:spMkLst>
        </pc:spChg>
        <pc:graphicFrameChg chg="mod modGraphic">
          <ac:chgData name="Eduardo V" userId="baac06ad936a8abe" providerId="LiveId" clId="{3053D5BB-D3D9-40CE-8B5E-D0B198957C8F}" dt="2025-07-20T03:26:34.373" v="3352" actId="790"/>
          <ac:graphicFrameMkLst>
            <pc:docMk/>
            <pc:sldMk cId="2547655131" sldId="2566"/>
            <ac:graphicFrameMk id="4" creationId="{CDE90A9D-CD76-492C-A07C-66D0A1311C3A}"/>
          </ac:graphicFrameMkLst>
        </pc:graphicFrameChg>
        <pc:picChg chg="add mod">
          <ac:chgData name="Eduardo V" userId="baac06ad936a8abe" providerId="LiveId" clId="{3053D5BB-D3D9-40CE-8B5E-D0B198957C8F}" dt="2025-07-18T05:03:18.159" v="1327" actId="1076"/>
          <ac:picMkLst>
            <pc:docMk/>
            <pc:sldMk cId="2547655131" sldId="2566"/>
            <ac:picMk id="5" creationId="{84861C87-790B-2657-B895-B236ACB13645}"/>
          </ac:picMkLst>
        </pc:picChg>
      </pc:sldChg>
      <pc:sldChg chg="addSp modSp mod modNotesTx">
        <pc:chgData name="Eduardo V" userId="baac06ad936a8abe" providerId="LiveId" clId="{3053D5BB-D3D9-40CE-8B5E-D0B198957C8F}" dt="2025-07-20T03:26:34.373" v="3352" actId="790"/>
        <pc:sldMkLst>
          <pc:docMk/>
          <pc:sldMk cId="4016373905" sldId="2567"/>
        </pc:sldMkLst>
        <pc:spChg chg="mod">
          <ac:chgData name="Eduardo V" userId="baac06ad936a8abe" providerId="LiveId" clId="{3053D5BB-D3D9-40CE-8B5E-D0B198957C8F}" dt="2025-07-20T03:26:34.373" v="3352" actId="790"/>
          <ac:spMkLst>
            <pc:docMk/>
            <pc:sldMk cId="4016373905" sldId="2567"/>
            <ac:spMk id="2" creationId="{ABD16DD4-AB51-EBCC-5B70-0CC2232B264A}"/>
          </ac:spMkLst>
        </pc:spChg>
        <pc:picChg chg="add mod">
          <ac:chgData name="Eduardo V" userId="baac06ad936a8abe" providerId="LiveId" clId="{3053D5BB-D3D9-40CE-8B5E-D0B198957C8F}" dt="2025-07-18T05:18:51.312" v="2275" actId="1076"/>
          <ac:picMkLst>
            <pc:docMk/>
            <pc:sldMk cId="4016373905" sldId="2567"/>
            <ac:picMk id="4" creationId="{55111618-2A0C-44DB-A551-7EF7871D0E69}"/>
          </ac:picMkLst>
        </pc:picChg>
        <pc:picChg chg="add mod">
          <ac:chgData name="Eduardo V" userId="baac06ad936a8abe" providerId="LiveId" clId="{3053D5BB-D3D9-40CE-8B5E-D0B198957C8F}" dt="2025-07-18T05:21:02.336" v="2280" actId="1076"/>
          <ac:picMkLst>
            <pc:docMk/>
            <pc:sldMk cId="4016373905" sldId="2567"/>
            <ac:picMk id="6" creationId="{3287450A-D444-D1B2-1461-4AD7E91C39DC}"/>
          </ac:picMkLst>
        </pc:picChg>
      </pc:sldChg>
      <pc:sldChg chg="addSp modSp mod modAnim modNotesTx">
        <pc:chgData name="Eduardo V" userId="baac06ad936a8abe" providerId="LiveId" clId="{3053D5BB-D3D9-40CE-8B5E-D0B198957C8F}" dt="2025-07-20T03:26:34.373" v="3352" actId="790"/>
        <pc:sldMkLst>
          <pc:docMk/>
          <pc:sldMk cId="3880287039" sldId="2568"/>
        </pc:sldMkLst>
        <pc:spChg chg="mod">
          <ac:chgData name="Eduardo V" userId="baac06ad936a8abe" providerId="LiveId" clId="{3053D5BB-D3D9-40CE-8B5E-D0B198957C8F}" dt="2025-07-20T03:26:34.373" v="3352" actId="790"/>
          <ac:spMkLst>
            <pc:docMk/>
            <pc:sldMk cId="3880287039" sldId="2568"/>
            <ac:spMk id="2" creationId="{8F3C4169-3CAE-51EE-BB5D-708ECCE27A84}"/>
          </ac:spMkLst>
        </pc:spChg>
        <pc:spChg chg="mod">
          <ac:chgData name="Eduardo V" userId="baac06ad936a8abe" providerId="LiveId" clId="{3053D5BB-D3D9-40CE-8B5E-D0B198957C8F}" dt="2025-07-20T03:26:34.373" v="3352" actId="790"/>
          <ac:spMkLst>
            <pc:docMk/>
            <pc:sldMk cId="3880287039" sldId="2568"/>
            <ac:spMk id="5" creationId="{07EB9327-4E94-4026-B39F-E353B4E1514C}"/>
          </ac:spMkLst>
        </pc:spChg>
        <pc:picChg chg="add mod">
          <ac:chgData name="Eduardo V" userId="baac06ad936a8abe" providerId="LiveId" clId="{3053D5BB-D3D9-40CE-8B5E-D0B198957C8F}" dt="2025-07-18T05:29:44.737" v="2367" actId="1076"/>
          <ac:picMkLst>
            <pc:docMk/>
            <pc:sldMk cId="3880287039" sldId="2568"/>
            <ac:picMk id="6" creationId="{D7724CCF-B87F-FAC9-315D-6A15B12F4CE9}"/>
          </ac:picMkLst>
        </pc:picChg>
        <pc:picChg chg="add mod">
          <ac:chgData name="Eduardo V" userId="baac06ad936a8abe" providerId="LiveId" clId="{3053D5BB-D3D9-40CE-8B5E-D0B198957C8F}" dt="2025-07-18T05:32:21.189" v="2370" actId="1076"/>
          <ac:picMkLst>
            <pc:docMk/>
            <pc:sldMk cId="3880287039" sldId="2568"/>
            <ac:picMk id="8" creationId="{58B494C4-6793-7BC1-3C3A-E53CE17B2B0B}"/>
          </ac:picMkLst>
        </pc:picChg>
      </pc:sldChg>
      <pc:sldChg chg="addSp delSp modSp mod modNotesTx">
        <pc:chgData name="Eduardo V" userId="baac06ad936a8abe" providerId="LiveId" clId="{3053D5BB-D3D9-40CE-8B5E-D0B198957C8F}" dt="2025-07-20T03:26:34.373" v="3352" actId="790"/>
        <pc:sldMkLst>
          <pc:docMk/>
          <pc:sldMk cId="4190234594" sldId="2569"/>
        </pc:sldMkLst>
        <pc:spChg chg="mod">
          <ac:chgData name="Eduardo V" userId="baac06ad936a8abe" providerId="LiveId" clId="{3053D5BB-D3D9-40CE-8B5E-D0B198957C8F}" dt="2025-07-20T03:26:34.373" v="3352" actId="790"/>
          <ac:spMkLst>
            <pc:docMk/>
            <pc:sldMk cId="4190234594" sldId="2569"/>
            <ac:spMk id="2" creationId="{C3569AF1-B73E-A865-6954-3BB47C379407}"/>
          </ac:spMkLst>
        </pc:spChg>
        <pc:spChg chg="mod">
          <ac:chgData name="Eduardo V" userId="baac06ad936a8abe" providerId="LiveId" clId="{3053D5BB-D3D9-40CE-8B5E-D0B198957C8F}" dt="2025-07-20T03:26:34.373" v="3352" actId="790"/>
          <ac:spMkLst>
            <pc:docMk/>
            <pc:sldMk cId="4190234594" sldId="2569"/>
            <ac:spMk id="5" creationId="{2BE42F8B-BED7-4E45-9EA5-A9B8093B237F}"/>
          </ac:spMkLst>
        </pc:spChg>
        <pc:picChg chg="add mod">
          <ac:chgData name="Eduardo V" userId="baac06ad936a8abe" providerId="LiveId" clId="{3053D5BB-D3D9-40CE-8B5E-D0B198957C8F}" dt="2025-07-18T05:34:31.121" v="2514" actId="1076"/>
          <ac:picMkLst>
            <pc:docMk/>
            <pc:sldMk cId="4190234594" sldId="2569"/>
            <ac:picMk id="8" creationId="{32700CC4-A176-148F-1166-C2100CA39C7D}"/>
          </ac:picMkLst>
        </pc:picChg>
      </pc:sldChg>
      <pc:sldChg chg="addSp modSp mod modNotesTx">
        <pc:chgData name="Eduardo V" userId="baac06ad936a8abe" providerId="LiveId" clId="{3053D5BB-D3D9-40CE-8B5E-D0B198957C8F}" dt="2025-07-20T03:26:34.373" v="3352" actId="790"/>
        <pc:sldMkLst>
          <pc:docMk/>
          <pc:sldMk cId="1483225229" sldId="2570"/>
        </pc:sldMkLst>
        <pc:spChg chg="mod">
          <ac:chgData name="Eduardo V" userId="baac06ad936a8abe" providerId="LiveId" clId="{3053D5BB-D3D9-40CE-8B5E-D0B198957C8F}" dt="2025-07-20T03:26:34.373" v="3352" actId="790"/>
          <ac:spMkLst>
            <pc:docMk/>
            <pc:sldMk cId="1483225229" sldId="2570"/>
            <ac:spMk id="2" creationId="{9F01EE32-A9D7-72A3-EF93-B1A73C499FBF}"/>
          </ac:spMkLst>
        </pc:spChg>
        <pc:spChg chg="mod">
          <ac:chgData name="Eduardo V" userId="baac06ad936a8abe" providerId="LiveId" clId="{3053D5BB-D3D9-40CE-8B5E-D0B198957C8F}" dt="2025-07-20T03:26:34.373" v="3352" actId="790"/>
          <ac:spMkLst>
            <pc:docMk/>
            <pc:sldMk cId="1483225229" sldId="2570"/>
            <ac:spMk id="5" creationId="{438273B2-18F6-4504-B880-0D9AAAFBC494}"/>
          </ac:spMkLst>
        </pc:spChg>
        <pc:picChg chg="add mod">
          <ac:chgData name="Eduardo V" userId="baac06ad936a8abe" providerId="LiveId" clId="{3053D5BB-D3D9-40CE-8B5E-D0B198957C8F}" dt="2025-07-18T05:39:57.444" v="2541" actId="962"/>
          <ac:picMkLst>
            <pc:docMk/>
            <pc:sldMk cId="1483225229" sldId="2570"/>
            <ac:picMk id="6" creationId="{78BBC672-0417-B149-916D-A44D0BD0DB18}"/>
          </ac:picMkLst>
        </pc:picChg>
        <pc:picChg chg="add mod">
          <ac:chgData name="Eduardo V" userId="baac06ad936a8abe" providerId="LiveId" clId="{3053D5BB-D3D9-40CE-8B5E-D0B198957C8F}" dt="2025-07-18T05:54:59.185" v="2748" actId="1076"/>
          <ac:picMkLst>
            <pc:docMk/>
            <pc:sldMk cId="1483225229" sldId="2570"/>
            <ac:picMk id="8" creationId="{0D3FCA0A-AF04-968F-A553-755150C549B7}"/>
          </ac:picMkLst>
        </pc:picChg>
      </pc:sldChg>
      <pc:sldChg chg="modSp mod modNotesTx">
        <pc:chgData name="Eduardo V" userId="baac06ad936a8abe" providerId="LiveId" clId="{3053D5BB-D3D9-40CE-8B5E-D0B198957C8F}" dt="2025-07-20T03:26:34.373" v="3352" actId="790"/>
        <pc:sldMkLst>
          <pc:docMk/>
          <pc:sldMk cId="3270873285" sldId="2571"/>
        </pc:sldMkLst>
        <pc:spChg chg="mod">
          <ac:chgData name="Eduardo V" userId="baac06ad936a8abe" providerId="LiveId" clId="{3053D5BB-D3D9-40CE-8B5E-D0B198957C8F}" dt="2025-07-20T03:26:34.373" v="3352" actId="790"/>
          <ac:spMkLst>
            <pc:docMk/>
            <pc:sldMk cId="3270873285" sldId="2571"/>
            <ac:spMk id="2" creationId="{8000B412-15AB-F3D1-98E6-56CCF614E65D}"/>
          </ac:spMkLst>
        </pc:spChg>
      </pc:sldChg>
      <pc:sldChg chg="addSp modSp mod modNotesTx">
        <pc:chgData name="Eduardo V" userId="baac06ad936a8abe" providerId="LiveId" clId="{3053D5BB-D3D9-40CE-8B5E-D0B198957C8F}" dt="2025-07-20T03:26:34.373" v="3352" actId="790"/>
        <pc:sldMkLst>
          <pc:docMk/>
          <pc:sldMk cId="2322050593" sldId="2572"/>
        </pc:sldMkLst>
        <pc:spChg chg="mod">
          <ac:chgData name="Eduardo V" userId="baac06ad936a8abe" providerId="LiveId" clId="{3053D5BB-D3D9-40CE-8B5E-D0B198957C8F}" dt="2025-07-20T03:26:34.373" v="3352" actId="790"/>
          <ac:spMkLst>
            <pc:docMk/>
            <pc:sldMk cId="2322050593" sldId="2572"/>
            <ac:spMk id="2" creationId="{D8C9E4B5-6769-8AE8-89FA-5F25CDDD82DC}"/>
          </ac:spMkLst>
        </pc:spChg>
        <pc:spChg chg="mod">
          <ac:chgData name="Eduardo V" userId="baac06ad936a8abe" providerId="LiveId" clId="{3053D5BB-D3D9-40CE-8B5E-D0B198957C8F}" dt="2025-07-20T03:26:34.373" v="3352" actId="790"/>
          <ac:spMkLst>
            <pc:docMk/>
            <pc:sldMk cId="2322050593" sldId="2572"/>
            <ac:spMk id="5" creationId="{3CAC3540-5D89-48FC-83F7-2758DDB6533F}"/>
          </ac:spMkLst>
        </pc:spChg>
        <pc:spChg chg="add mod">
          <ac:chgData name="Eduardo V" userId="baac06ad936a8abe" providerId="LiveId" clId="{3053D5BB-D3D9-40CE-8B5E-D0B198957C8F}" dt="2025-07-20T03:26:34.373" v="3352" actId="790"/>
          <ac:spMkLst>
            <pc:docMk/>
            <pc:sldMk cId="2322050593" sldId="2572"/>
            <ac:spMk id="6" creationId="{80BFED58-903C-9365-13E5-84E11653A3E8}"/>
          </ac:spMkLst>
        </pc:spChg>
        <pc:picChg chg="add mod">
          <ac:chgData name="Eduardo V" userId="baac06ad936a8abe" providerId="LiveId" clId="{3053D5BB-D3D9-40CE-8B5E-D0B198957C8F}" dt="2025-07-20T02:29:45.523" v="2967" actId="14100"/>
          <ac:picMkLst>
            <pc:docMk/>
            <pc:sldMk cId="2322050593" sldId="2572"/>
            <ac:picMk id="8" creationId="{3F010794-62F9-138D-9BAD-E33AB8861171}"/>
          </ac:picMkLst>
        </pc:picChg>
      </pc:sldChg>
      <pc:sldChg chg="modSp del mod modAnim">
        <pc:chgData name="Eduardo V" userId="baac06ad936a8abe" providerId="LiveId" clId="{3053D5BB-D3D9-40CE-8B5E-D0B198957C8F}" dt="2025-07-20T03:30:14.443" v="3547" actId="2696"/>
        <pc:sldMkLst>
          <pc:docMk/>
          <pc:sldMk cId="884198361" sldId="2573"/>
        </pc:sldMkLst>
        <pc:spChg chg="mod">
          <ac:chgData name="Eduardo V" userId="baac06ad936a8abe" providerId="LiveId" clId="{3053D5BB-D3D9-40CE-8B5E-D0B198957C8F}" dt="2025-07-20T03:26:34.373" v="3352" actId="790"/>
          <ac:spMkLst>
            <pc:docMk/>
            <pc:sldMk cId="884198361" sldId="2573"/>
            <ac:spMk id="2" creationId="{13CA6BAA-81D0-E260-47F5-AD7B0727A51D}"/>
          </ac:spMkLst>
        </pc:spChg>
        <pc:spChg chg="mod">
          <ac:chgData name="Eduardo V" userId="baac06ad936a8abe" providerId="LiveId" clId="{3053D5BB-D3D9-40CE-8B5E-D0B198957C8F}" dt="2025-07-20T03:26:34.373" v="3352" actId="790"/>
          <ac:spMkLst>
            <pc:docMk/>
            <pc:sldMk cId="884198361" sldId="2573"/>
            <ac:spMk id="5" creationId="{9E0195CC-27EB-4BD5-8142-DD82067813D3}"/>
          </ac:spMkLst>
        </pc:spChg>
      </pc:sldChg>
      <pc:sldChg chg="modSp del mod">
        <pc:chgData name="Eduardo V" userId="baac06ad936a8abe" providerId="LiveId" clId="{3053D5BB-D3D9-40CE-8B5E-D0B198957C8F}" dt="2025-07-18T05:58:54.849" v="2950" actId="2696"/>
        <pc:sldMkLst>
          <pc:docMk/>
          <pc:sldMk cId="173771974" sldId="2574"/>
        </pc:sldMkLst>
      </pc:sldChg>
      <pc:sldChg chg="modSp del mod">
        <pc:chgData name="Eduardo V" userId="baac06ad936a8abe" providerId="LiveId" clId="{3053D5BB-D3D9-40CE-8B5E-D0B198957C8F}" dt="2025-07-18T05:58:57.851" v="2951" actId="2696"/>
        <pc:sldMkLst>
          <pc:docMk/>
          <pc:sldMk cId="963655694" sldId="2575"/>
        </pc:sldMkLst>
      </pc:sldChg>
      <pc:sldChg chg="modSp del mod">
        <pc:chgData name="Eduardo V" userId="baac06ad936a8abe" providerId="LiveId" clId="{3053D5BB-D3D9-40CE-8B5E-D0B198957C8F}" dt="2025-07-18T05:56:44.550" v="2875" actId="47"/>
        <pc:sldMkLst>
          <pc:docMk/>
          <pc:sldMk cId="766751805" sldId="2576"/>
        </pc:sldMkLst>
      </pc:sldChg>
      <pc:sldChg chg="modSp del mod">
        <pc:chgData name="Eduardo V" userId="baac06ad936a8abe" providerId="LiveId" clId="{3053D5BB-D3D9-40CE-8B5E-D0B198957C8F}" dt="2025-07-18T05:56:44.550" v="2875" actId="47"/>
        <pc:sldMkLst>
          <pc:docMk/>
          <pc:sldMk cId="3929989117" sldId="2577"/>
        </pc:sldMkLst>
      </pc:sldChg>
      <pc:sldChg chg="modSp del mod">
        <pc:chgData name="Eduardo V" userId="baac06ad936a8abe" providerId="LiveId" clId="{3053D5BB-D3D9-40CE-8B5E-D0B198957C8F}" dt="2025-07-18T05:56:44.550" v="2875" actId="47"/>
        <pc:sldMkLst>
          <pc:docMk/>
          <pc:sldMk cId="3676249144" sldId="2578"/>
        </pc:sldMkLst>
      </pc:sldChg>
      <pc:sldChg chg="modSp del mod">
        <pc:chgData name="Eduardo V" userId="baac06ad936a8abe" providerId="LiveId" clId="{3053D5BB-D3D9-40CE-8B5E-D0B198957C8F}" dt="2025-07-18T05:56:44.550" v="2875" actId="47"/>
        <pc:sldMkLst>
          <pc:docMk/>
          <pc:sldMk cId="3440127479" sldId="2579"/>
        </pc:sldMkLst>
      </pc:sldChg>
      <pc:sldChg chg="modSp del mod">
        <pc:chgData name="Eduardo V" userId="baac06ad936a8abe" providerId="LiveId" clId="{3053D5BB-D3D9-40CE-8B5E-D0B198957C8F}" dt="2025-07-18T05:56:44.550" v="2875" actId="47"/>
        <pc:sldMkLst>
          <pc:docMk/>
          <pc:sldMk cId="2413110066" sldId="2580"/>
        </pc:sldMkLst>
      </pc:sldChg>
      <pc:sldChg chg="modSp del mod">
        <pc:chgData name="Eduardo V" userId="baac06ad936a8abe" providerId="LiveId" clId="{3053D5BB-D3D9-40CE-8B5E-D0B198957C8F}" dt="2025-07-18T05:56:44.550" v="2875" actId="47"/>
        <pc:sldMkLst>
          <pc:docMk/>
          <pc:sldMk cId="2354087324" sldId="2581"/>
        </pc:sldMkLst>
      </pc:sldChg>
      <pc:sldChg chg="modSp del mod">
        <pc:chgData name="Eduardo V" userId="baac06ad936a8abe" providerId="LiveId" clId="{3053D5BB-D3D9-40CE-8B5E-D0B198957C8F}" dt="2025-07-18T05:56:44.550" v="2875" actId="47"/>
        <pc:sldMkLst>
          <pc:docMk/>
          <pc:sldMk cId="4263581690" sldId="2582"/>
        </pc:sldMkLst>
      </pc:sldChg>
      <pc:sldChg chg="addSp delSp modSp mod">
        <pc:chgData name="Eduardo V" userId="baac06ad936a8abe" providerId="LiveId" clId="{3053D5BB-D3D9-40CE-8B5E-D0B198957C8F}" dt="2025-07-20T03:30:22.404" v="3558" actId="20577"/>
        <pc:sldMkLst>
          <pc:docMk/>
          <pc:sldMk cId="3412396913" sldId="2583"/>
        </pc:sldMkLst>
        <pc:spChg chg="mod">
          <ac:chgData name="Eduardo V" userId="baac06ad936a8abe" providerId="LiveId" clId="{3053D5BB-D3D9-40CE-8B5E-D0B198957C8F}" dt="2025-07-20T03:30:22.404" v="3558" actId="20577"/>
          <ac:spMkLst>
            <pc:docMk/>
            <pc:sldMk cId="3412396913" sldId="2583"/>
            <ac:spMk id="2" creationId="{ECAC0C07-FE74-4735-3209-DFD3DCCC588A}"/>
          </ac:spMkLst>
        </pc:spChg>
        <pc:spChg chg="add mod">
          <ac:chgData name="Eduardo V" userId="baac06ad936a8abe" providerId="LiveId" clId="{3053D5BB-D3D9-40CE-8B5E-D0B198957C8F}" dt="2025-07-20T03:26:34.373" v="3352" actId="790"/>
          <ac:spMkLst>
            <pc:docMk/>
            <pc:sldMk cId="3412396913" sldId="2583"/>
            <ac:spMk id="4" creationId="{1B80AF23-0550-20CB-97FA-4CDCDFA6D9F2}"/>
          </ac:spMkLst>
        </pc:spChg>
      </pc:sldChg>
      <pc:sldChg chg="addSp delSp modSp new mod modClrScheme chgLayout">
        <pc:chgData name="Eduardo V" userId="baac06ad936a8abe" providerId="LiveId" clId="{3053D5BB-D3D9-40CE-8B5E-D0B198957C8F}" dt="2025-07-20T03:26:34.373" v="3352" actId="790"/>
        <pc:sldMkLst>
          <pc:docMk/>
          <pc:sldMk cId="1855642135" sldId="2584"/>
        </pc:sldMkLst>
        <pc:spChg chg="mod">
          <ac:chgData name="Eduardo V" userId="baac06ad936a8abe" providerId="LiveId" clId="{3053D5BB-D3D9-40CE-8B5E-D0B198957C8F}" dt="2025-07-20T03:26:34.373" v="3352" actId="790"/>
          <ac:spMkLst>
            <pc:docMk/>
            <pc:sldMk cId="1855642135" sldId="2584"/>
            <ac:spMk id="2" creationId="{BA444406-F8E8-5C40-28DC-97DA46020EFC}"/>
          </ac:spMkLst>
        </pc:spChg>
        <pc:spChg chg="mod ord">
          <ac:chgData name="Eduardo V" userId="baac06ad936a8abe" providerId="LiveId" clId="{3053D5BB-D3D9-40CE-8B5E-D0B198957C8F}" dt="2025-07-20T03:26:34.373" v="3352" actId="790"/>
          <ac:spMkLst>
            <pc:docMk/>
            <pc:sldMk cId="1855642135" sldId="2584"/>
            <ac:spMk id="4" creationId="{40D064E5-025D-70C0-93BE-20FBA8114614}"/>
          </ac:spMkLst>
        </pc:spChg>
        <pc:picChg chg="add mod">
          <ac:chgData name="Eduardo V" userId="baac06ad936a8abe" providerId="LiveId" clId="{3053D5BB-D3D9-40CE-8B5E-D0B198957C8F}" dt="2025-07-18T04:48:59.592" v="1020" actId="26606"/>
          <ac:picMkLst>
            <pc:docMk/>
            <pc:sldMk cId="1855642135" sldId="2584"/>
            <ac:picMk id="12" creationId="{45E3B1A4-18F1-7418-E055-C6C19DA6A5F9}"/>
          </ac:picMkLst>
        </pc:picChg>
      </pc:sldChg>
      <pc:sldChg chg="addSp delSp modSp new mod">
        <pc:chgData name="Eduardo V" userId="baac06ad936a8abe" providerId="LiveId" clId="{3053D5BB-D3D9-40CE-8B5E-D0B198957C8F}" dt="2025-07-20T03:26:34.373" v="3352" actId="790"/>
        <pc:sldMkLst>
          <pc:docMk/>
          <pc:sldMk cId="1424214855" sldId="2585"/>
        </pc:sldMkLst>
        <pc:spChg chg="mod">
          <ac:chgData name="Eduardo V" userId="baac06ad936a8abe" providerId="LiveId" clId="{3053D5BB-D3D9-40CE-8B5E-D0B198957C8F}" dt="2025-07-20T03:26:34.373" v="3352" actId="790"/>
          <ac:spMkLst>
            <pc:docMk/>
            <pc:sldMk cId="1424214855" sldId="2585"/>
            <ac:spMk id="2" creationId="{F13A9930-8D4D-57C2-9454-B2CCEE85EC72}"/>
          </ac:spMkLst>
        </pc:spChg>
        <pc:spChg chg="mod">
          <ac:chgData name="Eduardo V" userId="baac06ad936a8abe" providerId="LiveId" clId="{3053D5BB-D3D9-40CE-8B5E-D0B198957C8F}" dt="2025-07-20T03:26:34.373" v="3352" actId="790"/>
          <ac:spMkLst>
            <pc:docMk/>
            <pc:sldMk cId="1424214855" sldId="2585"/>
            <ac:spMk id="4" creationId="{5522F714-CD25-A226-5825-433D4D07ABD2}"/>
          </ac:spMkLst>
        </pc:spChg>
        <pc:picChg chg="add mod">
          <ac:chgData name="Eduardo V" userId="baac06ad936a8abe" providerId="LiveId" clId="{3053D5BB-D3D9-40CE-8B5E-D0B198957C8F}" dt="2025-07-18T04:33:50.727" v="511" actId="962"/>
          <ac:picMkLst>
            <pc:docMk/>
            <pc:sldMk cId="1424214855" sldId="2585"/>
            <ac:picMk id="6" creationId="{C48CE9F2-AF65-1DDD-E17F-D34D89FB4875}"/>
          </ac:picMkLst>
        </pc:picChg>
      </pc:sldChg>
      <pc:sldChg chg="new del">
        <pc:chgData name="Eduardo V" userId="baac06ad936a8abe" providerId="LiveId" clId="{3053D5BB-D3D9-40CE-8B5E-D0B198957C8F}" dt="2025-07-18T04:39:17.691" v="1009" actId="47"/>
        <pc:sldMkLst>
          <pc:docMk/>
          <pc:sldMk cId="154364929" sldId="2586"/>
        </pc:sldMkLst>
      </pc:sldChg>
      <pc:sldChg chg="addSp modSp new mod">
        <pc:chgData name="Eduardo V" userId="baac06ad936a8abe" providerId="LiveId" clId="{3053D5BB-D3D9-40CE-8B5E-D0B198957C8F}" dt="2025-07-20T03:26:34.373" v="3352" actId="790"/>
        <pc:sldMkLst>
          <pc:docMk/>
          <pc:sldMk cId="1049818730" sldId="2586"/>
        </pc:sldMkLst>
        <pc:spChg chg="mod">
          <ac:chgData name="Eduardo V" userId="baac06ad936a8abe" providerId="LiveId" clId="{3053D5BB-D3D9-40CE-8B5E-D0B198957C8F}" dt="2025-07-20T03:26:34.373" v="3352" actId="790"/>
          <ac:spMkLst>
            <pc:docMk/>
            <pc:sldMk cId="1049818730" sldId="2586"/>
            <ac:spMk id="2" creationId="{6CBA1DF3-0E73-A09B-3E8D-ECEDF4918F88}"/>
          </ac:spMkLst>
        </pc:spChg>
        <pc:picChg chg="add mod">
          <ac:chgData name="Eduardo V" userId="baac06ad936a8abe" providerId="LiveId" clId="{3053D5BB-D3D9-40CE-8B5E-D0B198957C8F}" dt="2025-07-18T05:23:02.345" v="2322" actId="1076"/>
          <ac:picMkLst>
            <pc:docMk/>
            <pc:sldMk cId="1049818730" sldId="2586"/>
            <ac:picMk id="4" creationId="{39E6B014-0B00-274A-4285-4D9CA0EACA31}"/>
          </ac:picMkLst>
        </pc:picChg>
        <pc:picChg chg="add mod">
          <ac:chgData name="Eduardo V" userId="baac06ad936a8abe" providerId="LiveId" clId="{3053D5BB-D3D9-40CE-8B5E-D0B198957C8F}" dt="2025-07-18T05:25:53.727" v="2334" actId="1076"/>
          <ac:picMkLst>
            <pc:docMk/>
            <pc:sldMk cId="1049818730" sldId="2586"/>
            <ac:picMk id="7" creationId="{7633ECC1-16C6-32BB-D472-EA939B23FA34}"/>
          </ac:picMkLst>
        </pc:picChg>
        <pc:picChg chg="add mod">
          <ac:chgData name="Eduardo V" userId="baac06ad936a8abe" providerId="LiveId" clId="{3053D5BB-D3D9-40CE-8B5E-D0B198957C8F}" dt="2025-07-18T05:25:49.309" v="2332" actId="1076"/>
          <ac:picMkLst>
            <pc:docMk/>
            <pc:sldMk cId="1049818730" sldId="2586"/>
            <ac:picMk id="9" creationId="{92731814-3717-C3C1-D969-46A0015CB356}"/>
          </ac:picMkLst>
        </pc:picChg>
      </pc:sldChg>
      <pc:sldChg chg="addSp delSp modSp new del mod modClrScheme chgLayout">
        <pc:chgData name="Eduardo V" userId="baac06ad936a8abe" providerId="LiveId" clId="{3053D5BB-D3D9-40CE-8B5E-D0B198957C8F}" dt="2025-07-18T04:36:23.905" v="720" actId="2696"/>
        <pc:sldMkLst>
          <pc:docMk/>
          <pc:sldMk cId="2386782493" sldId="2586"/>
        </pc:sldMkLst>
      </pc:sldChg>
      <pc:sldChg chg="addSp delSp modSp new mod">
        <pc:chgData name="Eduardo V" userId="baac06ad936a8abe" providerId="LiveId" clId="{3053D5BB-D3D9-40CE-8B5E-D0B198957C8F}" dt="2025-07-20T03:26:34.373" v="3352" actId="790"/>
        <pc:sldMkLst>
          <pc:docMk/>
          <pc:sldMk cId="1524536140" sldId="2587"/>
        </pc:sldMkLst>
        <pc:spChg chg="mod">
          <ac:chgData name="Eduardo V" userId="baac06ad936a8abe" providerId="LiveId" clId="{3053D5BB-D3D9-40CE-8B5E-D0B198957C8F}" dt="2025-07-20T03:26:34.373" v="3352" actId="790"/>
          <ac:spMkLst>
            <pc:docMk/>
            <pc:sldMk cId="1524536140" sldId="2587"/>
            <ac:spMk id="2" creationId="{748DD911-963D-3B7A-BF12-0FB6C30A324B}"/>
          </ac:spMkLst>
        </pc:spChg>
        <pc:spChg chg="del mod">
          <ac:chgData name="Eduardo V" userId="baac06ad936a8abe" providerId="LiveId" clId="{3053D5BB-D3D9-40CE-8B5E-D0B198957C8F}" dt="2025-07-20T03:16:40.972" v="3200" actId="478"/>
          <ac:spMkLst>
            <pc:docMk/>
            <pc:sldMk cId="1524536140" sldId="2587"/>
            <ac:spMk id="3" creationId="{038E1D87-06FE-7711-CDB5-440495876290}"/>
          </ac:spMkLst>
        </pc:spChg>
        <pc:spChg chg="del">
          <ac:chgData name="Eduardo V" userId="baac06ad936a8abe" providerId="LiveId" clId="{3053D5BB-D3D9-40CE-8B5E-D0B198957C8F}" dt="2025-07-20T03:15:43.186" v="3196" actId="478"/>
          <ac:spMkLst>
            <pc:docMk/>
            <pc:sldMk cId="1524536140" sldId="2587"/>
            <ac:spMk id="4" creationId="{01DF1AD5-9A38-F070-851B-3197E2BD0B59}"/>
          </ac:spMkLst>
        </pc:spChg>
        <pc:picChg chg="add mod">
          <ac:chgData name="Eduardo V" userId="baac06ad936a8abe" providerId="LiveId" clId="{3053D5BB-D3D9-40CE-8B5E-D0B198957C8F}" dt="2025-07-20T03:16:42.382" v="3201" actId="1076"/>
          <ac:picMkLst>
            <pc:docMk/>
            <pc:sldMk cId="1524536140" sldId="2587"/>
            <ac:picMk id="6" creationId="{7F073F76-1901-2170-33AB-22CCF8B0BF23}"/>
          </ac:picMkLst>
        </pc:picChg>
        <pc:picChg chg="add mod">
          <ac:chgData name="Eduardo V" userId="baac06ad936a8abe" providerId="LiveId" clId="{3053D5BB-D3D9-40CE-8B5E-D0B198957C8F}" dt="2025-07-20T03:17:59.089" v="3204" actId="1076"/>
          <ac:picMkLst>
            <pc:docMk/>
            <pc:sldMk cId="1524536140" sldId="2587"/>
            <ac:picMk id="8" creationId="{9C8B497B-AAEF-5786-D2D8-F13B46E83DE4}"/>
          </ac:picMkLst>
        </pc:picChg>
        <pc:picChg chg="add mod">
          <ac:chgData name="Eduardo V" userId="baac06ad936a8abe" providerId="LiveId" clId="{3053D5BB-D3D9-40CE-8B5E-D0B198957C8F}" dt="2025-07-20T03:18:32.068" v="3206" actId="1076"/>
          <ac:picMkLst>
            <pc:docMk/>
            <pc:sldMk cId="1524536140" sldId="2587"/>
            <ac:picMk id="10" creationId="{70B9907F-C7D5-C1DD-B999-3157A0A483C0}"/>
          </ac:picMkLst>
        </pc:picChg>
        <pc:picChg chg="add mod">
          <ac:chgData name="Eduardo V" userId="baac06ad936a8abe" providerId="LiveId" clId="{3053D5BB-D3D9-40CE-8B5E-D0B198957C8F}" dt="2025-07-20T03:18:58.517" v="3211" actId="1076"/>
          <ac:picMkLst>
            <pc:docMk/>
            <pc:sldMk cId="1524536140" sldId="2587"/>
            <ac:picMk id="12" creationId="{3A11EF9D-4248-131B-1C5C-C125AC78BC6D}"/>
          </ac:picMkLst>
        </pc:picChg>
      </pc:sldChg>
      <pc:sldChg chg="addSp delSp modSp new mod modClrScheme chgLayout">
        <pc:chgData name="Eduardo V" userId="baac06ad936a8abe" providerId="LiveId" clId="{3053D5BB-D3D9-40CE-8B5E-D0B198957C8F}" dt="2025-07-20T03:26:34.373" v="3352" actId="790"/>
        <pc:sldMkLst>
          <pc:docMk/>
          <pc:sldMk cId="2981053385" sldId="2588"/>
        </pc:sldMkLst>
        <pc:spChg chg="mod">
          <ac:chgData name="Eduardo V" userId="baac06ad936a8abe" providerId="LiveId" clId="{3053D5BB-D3D9-40CE-8B5E-D0B198957C8F}" dt="2025-07-20T03:26:34.373" v="3352" actId="790"/>
          <ac:spMkLst>
            <pc:docMk/>
            <pc:sldMk cId="2981053385" sldId="2588"/>
            <ac:spMk id="2" creationId="{56076299-3773-91B2-B0CA-F4F346AC2FBA}"/>
          </ac:spMkLst>
        </pc:spChg>
        <pc:spChg chg="del">
          <ac:chgData name="Eduardo V" userId="baac06ad936a8abe" providerId="LiveId" clId="{3053D5BB-D3D9-40CE-8B5E-D0B198957C8F}" dt="2025-07-20T03:19:29.233" v="3246" actId="478"/>
          <ac:spMkLst>
            <pc:docMk/>
            <pc:sldMk cId="2981053385" sldId="2588"/>
            <ac:spMk id="3" creationId="{A10FA71A-C546-FC9B-4E1A-1596041A8C0A}"/>
          </ac:spMkLst>
        </pc:spChg>
        <pc:spChg chg="del mod">
          <ac:chgData name="Eduardo V" userId="baac06ad936a8abe" providerId="LiveId" clId="{3053D5BB-D3D9-40CE-8B5E-D0B198957C8F}" dt="2025-07-20T03:19:21.960" v="3243" actId="478"/>
          <ac:spMkLst>
            <pc:docMk/>
            <pc:sldMk cId="2981053385" sldId="2588"/>
            <ac:spMk id="4" creationId="{50272CA3-628B-7536-8E9F-5F07754E62F0}"/>
          </ac:spMkLst>
        </pc:spChg>
        <pc:picChg chg="add del mod">
          <ac:chgData name="Eduardo V" userId="baac06ad936a8abe" providerId="LiveId" clId="{3053D5BB-D3D9-40CE-8B5E-D0B198957C8F}" dt="2025-07-20T03:20:11.197" v="3250" actId="22"/>
          <ac:picMkLst>
            <pc:docMk/>
            <pc:sldMk cId="2981053385" sldId="2588"/>
            <ac:picMk id="6" creationId="{1DACBB19-8040-477C-E8C2-51A33D038829}"/>
          </ac:picMkLst>
        </pc:picChg>
        <pc:picChg chg="add mod">
          <ac:chgData name="Eduardo V" userId="baac06ad936a8abe" providerId="LiveId" clId="{3053D5BB-D3D9-40CE-8B5E-D0B198957C8F}" dt="2025-07-20T03:22:13.043" v="3257" actId="26606"/>
          <ac:picMkLst>
            <pc:docMk/>
            <pc:sldMk cId="2981053385" sldId="2588"/>
            <ac:picMk id="8" creationId="{0AB9BEE2-F459-1852-7D69-684FAE28983C}"/>
          </ac:picMkLst>
        </pc:picChg>
        <pc:picChg chg="add mod">
          <ac:chgData name="Eduardo V" userId="baac06ad936a8abe" providerId="LiveId" clId="{3053D5BB-D3D9-40CE-8B5E-D0B198957C8F}" dt="2025-07-20T03:22:13.043" v="3257" actId="26606"/>
          <ac:picMkLst>
            <pc:docMk/>
            <pc:sldMk cId="2981053385" sldId="2588"/>
            <ac:picMk id="10" creationId="{238D8761-FE64-14AB-D903-1418C23A5907}"/>
          </ac:picMkLst>
        </pc:picChg>
      </pc:sldChg>
      <pc:sldChg chg="addSp delSp modSp new mod modClrScheme chgLayout">
        <pc:chgData name="Eduardo V" userId="baac06ad936a8abe" providerId="LiveId" clId="{3053D5BB-D3D9-40CE-8B5E-D0B198957C8F}" dt="2025-07-20T03:26:34.373" v="3352" actId="790"/>
        <pc:sldMkLst>
          <pc:docMk/>
          <pc:sldMk cId="1557552499" sldId="2589"/>
        </pc:sldMkLst>
        <pc:spChg chg="del">
          <ac:chgData name="Eduardo V" userId="baac06ad936a8abe" providerId="LiveId" clId="{3053D5BB-D3D9-40CE-8B5E-D0B198957C8F}" dt="2025-07-20T03:24:19.633" v="3264" actId="26606"/>
          <ac:spMkLst>
            <pc:docMk/>
            <pc:sldMk cId="1557552499" sldId="2589"/>
            <ac:spMk id="2" creationId="{79A2382D-B67A-D2C0-71B9-38FC1BD1E14F}"/>
          </ac:spMkLst>
        </pc:spChg>
        <pc:spChg chg="del">
          <ac:chgData name="Eduardo V" userId="baac06ad936a8abe" providerId="LiveId" clId="{3053D5BB-D3D9-40CE-8B5E-D0B198957C8F}" dt="2025-07-20T03:23:36.841" v="3259" actId="22"/>
          <ac:spMkLst>
            <pc:docMk/>
            <pc:sldMk cId="1557552499" sldId="2589"/>
            <ac:spMk id="3" creationId="{7B3F102A-9C58-7109-0DE0-F4358ECF76BF}"/>
          </ac:spMkLst>
        </pc:spChg>
        <pc:spChg chg="add mod">
          <ac:chgData name="Eduardo V" userId="baac06ad936a8abe" providerId="LiveId" clId="{3053D5BB-D3D9-40CE-8B5E-D0B198957C8F}" dt="2025-07-20T03:26:34.373" v="3352" actId="790"/>
          <ac:spMkLst>
            <pc:docMk/>
            <pc:sldMk cId="1557552499" sldId="2589"/>
            <ac:spMk id="12" creationId="{FE7964D7-415B-DDD4-0346-C0F733196E02}"/>
          </ac:spMkLst>
        </pc:spChg>
        <pc:picChg chg="add mod ord">
          <ac:chgData name="Eduardo V" userId="baac06ad936a8abe" providerId="LiveId" clId="{3053D5BB-D3D9-40CE-8B5E-D0B198957C8F}" dt="2025-07-20T03:24:19.633" v="3264" actId="26606"/>
          <ac:picMkLst>
            <pc:docMk/>
            <pc:sldMk cId="1557552499" sldId="2589"/>
            <ac:picMk id="5" creationId="{E4DEFBD7-6EFA-F11F-2E81-F766D9A16743}"/>
          </ac:picMkLst>
        </pc:picChg>
        <pc:picChg chg="add mod">
          <ac:chgData name="Eduardo V" userId="baac06ad936a8abe" providerId="LiveId" clId="{3053D5BB-D3D9-40CE-8B5E-D0B198957C8F}" dt="2025-07-20T03:24:19.633" v="3264" actId="26606"/>
          <ac:picMkLst>
            <pc:docMk/>
            <pc:sldMk cId="1557552499" sldId="2589"/>
            <ac:picMk id="7" creationId="{094505CE-B471-2D64-D08F-60051CE6BAE4}"/>
          </ac:picMkLst>
        </pc:picChg>
      </pc:sldChg>
      <pc:sldChg chg="modSp new mod">
        <pc:chgData name="Eduardo V" userId="baac06ad936a8abe" providerId="LiveId" clId="{3053D5BB-D3D9-40CE-8B5E-D0B198957C8F}" dt="2025-07-20T03:29:54.180" v="3546" actId="20577"/>
        <pc:sldMkLst>
          <pc:docMk/>
          <pc:sldMk cId="982053744" sldId="2590"/>
        </pc:sldMkLst>
        <pc:spChg chg="mod">
          <ac:chgData name="Eduardo V" userId="baac06ad936a8abe" providerId="LiveId" clId="{3053D5BB-D3D9-40CE-8B5E-D0B198957C8F}" dt="2025-07-20T03:27:21.189" v="3399" actId="27636"/>
          <ac:spMkLst>
            <pc:docMk/>
            <pc:sldMk cId="982053744" sldId="2590"/>
            <ac:spMk id="2" creationId="{B1FA3D05-55B1-2040-05F9-ECBA7703F9B1}"/>
          </ac:spMkLst>
        </pc:spChg>
        <pc:spChg chg="mod">
          <ac:chgData name="Eduardo V" userId="baac06ad936a8abe" providerId="LiveId" clId="{3053D5BB-D3D9-40CE-8B5E-D0B198957C8F}" dt="2025-07-20T03:26:34.373" v="3352" actId="790"/>
          <ac:spMkLst>
            <pc:docMk/>
            <pc:sldMk cId="982053744" sldId="2590"/>
            <ac:spMk id="3" creationId="{E0BE9309-22EE-A5E0-EF14-2D6982BBF7BC}"/>
          </ac:spMkLst>
        </pc:spChg>
        <pc:spChg chg="mod">
          <ac:chgData name="Eduardo V" userId="baac06ad936a8abe" providerId="LiveId" clId="{3053D5BB-D3D9-40CE-8B5E-D0B198957C8F}" dt="2025-07-20T03:29:54.180" v="3546" actId="20577"/>
          <ac:spMkLst>
            <pc:docMk/>
            <pc:sldMk cId="982053744" sldId="2590"/>
            <ac:spMk id="4" creationId="{0A529DBC-7F69-CC84-EB4F-C0B070441717}"/>
          </ac:spMkLst>
        </pc:spChg>
      </pc:sldChg>
      <pc:sldChg chg="modSp new mod">
        <pc:chgData name="Eduardo V" userId="baac06ad936a8abe" providerId="LiveId" clId="{3053D5BB-D3D9-40CE-8B5E-D0B198957C8F}" dt="2025-07-20T03:28:40.491" v="3417" actId="20577"/>
        <pc:sldMkLst>
          <pc:docMk/>
          <pc:sldMk cId="1314958839" sldId="2591"/>
        </pc:sldMkLst>
        <pc:spChg chg="mod">
          <ac:chgData name="Eduardo V" userId="baac06ad936a8abe" providerId="LiveId" clId="{3053D5BB-D3D9-40CE-8B5E-D0B198957C8F}" dt="2025-07-20T03:28:40.491" v="3417" actId="20577"/>
          <ac:spMkLst>
            <pc:docMk/>
            <pc:sldMk cId="1314958839" sldId="2591"/>
            <ac:spMk id="2" creationId="{3512B027-5BE5-610D-7332-D06762B7D5AC}"/>
          </ac:spMkLst>
        </pc:sp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08E110E-33F4-4BE7-9BBA-B919EC330B43}" type="doc">
      <dgm:prSet loTypeId="urn:microsoft.com/office/officeart/2024/3/layout/verticalVisualTextBlock1" loCatId="Picture" qsTypeId="urn:microsoft.com/office/officeart/2005/8/quickstyle/simple4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BE05C4C0-E02B-4011-8BD0-1826C5F7DB19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s-CR" noProof="1"/>
            <a:t>Metadatos</a:t>
          </a:r>
        </a:p>
      </dgm:t>
    </dgm:pt>
    <dgm:pt modelId="{34CE2860-21F2-4922-8ABB-7A956CD11C45}" type="parTrans" cxnId="{4EDECF13-85EF-4025-8C5D-C134AD62B1AF}">
      <dgm:prSet/>
      <dgm:spPr/>
      <dgm:t>
        <a:bodyPr/>
        <a:lstStyle/>
        <a:p>
          <a:endParaRPr lang="en-US"/>
        </a:p>
      </dgm:t>
    </dgm:pt>
    <dgm:pt modelId="{54B65E5E-4A8A-4BA9-A224-12B2B17858DA}" type="sibTrans" cxnId="{4EDECF13-85EF-4025-8C5D-C134AD62B1AF}">
      <dgm:prSet/>
      <dgm:spPr/>
      <dgm:t>
        <a:bodyPr/>
        <a:lstStyle/>
        <a:p>
          <a:pPr>
            <a:lnSpc>
              <a:spcPct val="100000"/>
            </a:lnSpc>
            <a:defRPr b="1"/>
          </a:pPr>
          <a:endParaRPr lang="en-US"/>
        </a:p>
      </dgm:t>
    </dgm:pt>
    <dgm:pt modelId="{498577F1-64DF-4EF1-9CCD-C53145AB4CEB}">
      <dgm:prSet/>
      <dgm:spPr/>
      <dgm:t>
        <a:bodyPr/>
        <a:lstStyle/>
        <a:p>
          <a:pPr>
            <a:lnSpc>
              <a:spcPct val="100000"/>
            </a:lnSpc>
          </a:pPr>
          <a:r>
            <a:rPr lang="es-CR" noProof="1"/>
            <a:t>Se oculta información en los metadatos de la imagen como puede ser Comentarios, Información de Copyright o algún otro campo explotable</a:t>
          </a:r>
        </a:p>
      </dgm:t>
    </dgm:pt>
    <dgm:pt modelId="{49536881-3C86-484B-A590-8FA1E0BDAF10}" type="parTrans" cxnId="{111A0BC9-E108-4F00-9F4F-D1B59E7A4E87}">
      <dgm:prSet/>
      <dgm:spPr/>
      <dgm:t>
        <a:bodyPr/>
        <a:lstStyle/>
        <a:p>
          <a:endParaRPr lang="en-US"/>
        </a:p>
      </dgm:t>
    </dgm:pt>
    <dgm:pt modelId="{713DEA0A-EC38-4887-AFD4-406D7F93C768}" type="sibTrans" cxnId="{111A0BC9-E108-4F00-9F4F-D1B59E7A4E87}">
      <dgm:prSet/>
      <dgm:spPr/>
      <dgm:t>
        <a:bodyPr/>
        <a:lstStyle/>
        <a:p>
          <a:endParaRPr lang="en-US"/>
        </a:p>
      </dgm:t>
    </dgm:pt>
    <dgm:pt modelId="{A87A570D-E9E9-4130-BBED-B15EF7BEA84E}">
      <dgm:prSet/>
      <dgm:spPr/>
      <dgm:t>
        <a:bodyPr/>
        <a:lstStyle/>
        <a:p>
          <a:pPr>
            <a:lnSpc>
              <a:spcPct val="100000"/>
            </a:lnSpc>
          </a:pPr>
          <a:r>
            <a:rPr lang="es-CR" noProof="1"/>
            <a:t>En ocasiones muchos datos se puede extraer simplemente tomando el archivo y buscando texto plano sin necesidad de interpretar la imagen. </a:t>
          </a:r>
        </a:p>
      </dgm:t>
    </dgm:pt>
    <dgm:pt modelId="{4899AF06-7DBE-4838-9B40-2AC76DF30534}" type="parTrans" cxnId="{ADBDDDE0-4BF6-4CBF-80F2-501BB8179132}">
      <dgm:prSet/>
      <dgm:spPr/>
      <dgm:t>
        <a:bodyPr/>
        <a:lstStyle/>
        <a:p>
          <a:endParaRPr lang="en-US"/>
        </a:p>
      </dgm:t>
    </dgm:pt>
    <dgm:pt modelId="{29F9F4A6-EA37-4D32-AA75-294830C56446}" type="sibTrans" cxnId="{ADBDDDE0-4BF6-4CBF-80F2-501BB8179132}">
      <dgm:prSet/>
      <dgm:spPr/>
      <dgm:t>
        <a:bodyPr/>
        <a:lstStyle/>
        <a:p>
          <a:endParaRPr lang="en-US"/>
        </a:p>
      </dgm:t>
    </dgm:pt>
    <dgm:pt modelId="{87DC2406-F4D2-4AE2-8C58-0F737FDCC599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s-CR" noProof="1"/>
            <a:t>Datos Ocultos en las capas de la image</a:t>
          </a:r>
        </a:p>
      </dgm:t>
    </dgm:pt>
    <dgm:pt modelId="{03534D6D-64FA-4696-B7CD-E775BEE89D61}" type="parTrans" cxnId="{CEFF457B-8F85-426C-9184-AABD4752B6BD}">
      <dgm:prSet/>
      <dgm:spPr/>
      <dgm:t>
        <a:bodyPr/>
        <a:lstStyle/>
        <a:p>
          <a:endParaRPr lang="en-US"/>
        </a:p>
      </dgm:t>
    </dgm:pt>
    <dgm:pt modelId="{6688AE9B-5196-40CB-AF81-29EC96B7DA52}" type="sibTrans" cxnId="{CEFF457B-8F85-426C-9184-AABD4752B6BD}">
      <dgm:prSet/>
      <dgm:spPr/>
      <dgm:t>
        <a:bodyPr/>
        <a:lstStyle/>
        <a:p>
          <a:endParaRPr lang="en-US"/>
        </a:p>
      </dgm:t>
    </dgm:pt>
    <dgm:pt modelId="{9E6204B3-135E-4A88-BB66-359CB7906615}">
      <dgm:prSet/>
      <dgm:spPr/>
      <dgm:t>
        <a:bodyPr/>
        <a:lstStyle/>
        <a:p>
          <a:pPr>
            <a:lnSpc>
              <a:spcPct val="100000"/>
            </a:lnSpc>
          </a:pPr>
          <a:r>
            <a:rPr lang="es-CR" noProof="1"/>
            <a:t>Existen ocasiones donde encontraremos información oculta de forma visual (Y no visual) en las imágenes </a:t>
          </a:r>
        </a:p>
      </dgm:t>
    </dgm:pt>
    <dgm:pt modelId="{2A83123A-D416-44F1-916E-C1B028F4FD7A}" type="parTrans" cxnId="{4FD2F1EA-BF36-46CF-900E-B5D0875EBF42}">
      <dgm:prSet/>
      <dgm:spPr/>
      <dgm:t>
        <a:bodyPr/>
        <a:lstStyle/>
        <a:p>
          <a:endParaRPr lang="en-US"/>
        </a:p>
      </dgm:t>
    </dgm:pt>
    <dgm:pt modelId="{F5882D8E-E6CE-4785-ADC3-C50F5BAC326B}" type="sibTrans" cxnId="{4FD2F1EA-BF36-46CF-900E-B5D0875EBF42}">
      <dgm:prSet/>
      <dgm:spPr/>
      <dgm:t>
        <a:bodyPr/>
        <a:lstStyle/>
        <a:p>
          <a:endParaRPr lang="en-US"/>
        </a:p>
      </dgm:t>
    </dgm:pt>
    <dgm:pt modelId="{A2E5346C-B8A0-4550-8190-6079C9B06E6E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s-CR" noProof="1"/>
            <a:t>“textos Crudos” </a:t>
          </a:r>
        </a:p>
      </dgm:t>
    </dgm:pt>
    <dgm:pt modelId="{B439186E-8739-4DFD-8AEE-46454FD7AF22}" type="sibTrans" cxnId="{4CB00453-6B40-4494-8068-5E6FB568C048}">
      <dgm:prSet/>
      <dgm:spPr/>
      <dgm:t>
        <a:bodyPr/>
        <a:lstStyle/>
        <a:p>
          <a:endParaRPr lang="en-US"/>
        </a:p>
      </dgm:t>
    </dgm:pt>
    <dgm:pt modelId="{F74879FF-F199-4296-B07D-693B7E79788A}" type="parTrans" cxnId="{4CB00453-6B40-4494-8068-5E6FB568C048}">
      <dgm:prSet/>
      <dgm:spPr/>
      <dgm:t>
        <a:bodyPr/>
        <a:lstStyle/>
        <a:p>
          <a:endParaRPr lang="en-US"/>
        </a:p>
      </dgm:t>
    </dgm:pt>
    <dgm:pt modelId="{E3F9ED7E-87A5-4A2B-8FC1-6B872E7C4DAB}">
      <dgm:prSet/>
      <dgm:spPr/>
      <dgm:t>
        <a:bodyPr/>
        <a:lstStyle/>
        <a:p>
          <a:pPr>
            <a:lnSpc>
              <a:spcPct val="100000"/>
            </a:lnSpc>
          </a:pPr>
          <a:r>
            <a:rPr lang="es-CR" noProof="1"/>
            <a:t>En ocasiones los datos son parte del archivo pero no poseen un formato especial o están ocultos en partes no visibles del archivo. </a:t>
          </a:r>
        </a:p>
      </dgm:t>
    </dgm:pt>
    <dgm:pt modelId="{3A7E8251-147D-48AE-9BFA-00CA09B3F8C3}" type="parTrans" cxnId="{88150B2E-2E1F-40D9-A5F6-01676690E526}">
      <dgm:prSet/>
      <dgm:spPr/>
      <dgm:t>
        <a:bodyPr/>
        <a:lstStyle/>
        <a:p>
          <a:endParaRPr lang="en-US"/>
        </a:p>
      </dgm:t>
    </dgm:pt>
    <dgm:pt modelId="{330385FF-443D-421B-BEF3-7990F45EFE7F}" type="sibTrans" cxnId="{88150B2E-2E1F-40D9-A5F6-01676690E526}">
      <dgm:prSet/>
      <dgm:spPr/>
      <dgm:t>
        <a:bodyPr/>
        <a:lstStyle/>
        <a:p>
          <a:endParaRPr lang="en-US"/>
        </a:p>
      </dgm:t>
    </dgm:pt>
    <dgm:pt modelId="{32BEFC3E-9CE1-4871-9FD9-0E2CB3D2CC41}">
      <dgm:prSet/>
      <dgm:spPr/>
      <dgm:t>
        <a:bodyPr/>
        <a:lstStyle/>
        <a:p>
          <a:pPr>
            <a:lnSpc>
              <a:spcPct val="100000"/>
            </a:lnSpc>
          </a:pPr>
          <a:r>
            <a:rPr lang="es-CR" noProof="1"/>
            <a:t>Por en el canal rojo puede ocultar un mensaje que no es tan fácilmente visible en la imagen de forma holística. </a:t>
          </a:r>
        </a:p>
      </dgm:t>
    </dgm:pt>
    <dgm:pt modelId="{6BE58A0F-EC0D-4E3A-9772-E8AED36CB827}" type="parTrans" cxnId="{05B616EC-188C-4E0C-8CDD-099B343072C4}">
      <dgm:prSet/>
      <dgm:spPr/>
      <dgm:t>
        <a:bodyPr/>
        <a:lstStyle/>
        <a:p>
          <a:endParaRPr lang="en-US"/>
        </a:p>
      </dgm:t>
    </dgm:pt>
    <dgm:pt modelId="{68CBCA19-CB60-498A-BCB0-676659BA4DDB}" type="sibTrans" cxnId="{05B616EC-188C-4E0C-8CDD-099B343072C4}">
      <dgm:prSet/>
      <dgm:spPr/>
      <dgm:t>
        <a:bodyPr/>
        <a:lstStyle/>
        <a:p>
          <a:endParaRPr lang="en-US"/>
        </a:p>
      </dgm:t>
    </dgm:pt>
    <dgm:pt modelId="{DE589B3E-EA2C-4A1E-9C61-6836E86EED3D}">
      <dgm:prSet/>
      <dgm:spPr/>
      <dgm:t>
        <a:bodyPr/>
        <a:lstStyle/>
        <a:p>
          <a:pPr>
            <a:lnSpc>
              <a:spcPct val="100000"/>
            </a:lnSpc>
          </a:pPr>
          <a:r>
            <a:rPr lang="es-CR" noProof="1"/>
            <a:t>Otra posibilidad es esconder información en los “bits menos significativos.”</a:t>
          </a:r>
        </a:p>
      </dgm:t>
    </dgm:pt>
    <dgm:pt modelId="{0963A723-B0B9-4926-8828-21F180C454F7}" type="parTrans" cxnId="{28FFAC31-13E8-4318-A613-E69D848BE64F}">
      <dgm:prSet/>
      <dgm:spPr/>
      <dgm:t>
        <a:bodyPr/>
        <a:lstStyle/>
        <a:p>
          <a:endParaRPr lang="en-US"/>
        </a:p>
      </dgm:t>
    </dgm:pt>
    <dgm:pt modelId="{9EDA2F33-5311-475D-A6E5-A2BE4C918BBA}" type="sibTrans" cxnId="{28FFAC31-13E8-4318-A613-E69D848BE64F}">
      <dgm:prSet/>
      <dgm:spPr/>
      <dgm:t>
        <a:bodyPr/>
        <a:lstStyle/>
        <a:p>
          <a:endParaRPr lang="en-US"/>
        </a:p>
      </dgm:t>
    </dgm:pt>
    <dgm:pt modelId="{BCF848DB-2C65-4D6A-A842-4D97F13F764B}" type="pres">
      <dgm:prSet presAssocID="{408E110E-33F4-4BE7-9BBA-B919EC330B43}" presName="Root" presStyleCnt="0">
        <dgm:presLayoutVars>
          <dgm:dir/>
          <dgm:resizeHandles val="exact"/>
        </dgm:presLayoutVars>
      </dgm:prSet>
      <dgm:spPr/>
    </dgm:pt>
    <dgm:pt modelId="{006CD133-A33E-4B2D-9F58-4F50B2806390}" type="pres">
      <dgm:prSet presAssocID="{BE05C4C0-E02B-4011-8BD0-1826C5F7DB19}" presName="Composite" presStyleCnt="0"/>
      <dgm:spPr/>
    </dgm:pt>
    <dgm:pt modelId="{6B98ECFD-85B2-4682-ADEB-88D3372FB358}" type="pres">
      <dgm:prSet presAssocID="{BE05C4C0-E02B-4011-8BD0-1826C5F7DB19}" presName="Picture" presStyleLbl="node1" presStyleIdx="0" presStyleCnt="3"/>
      <dgm:spPr>
        <a:blipFill rotWithShape="1">
          <a:blip xmlns:r="http://schemas.openxmlformats.org/officeDocument/2006/relationships" r:embed="rId1"/>
          <a:srcRect/>
          <a:stretch>
            <a:fillRect t="-35000" b="-35000"/>
          </a:stretch>
        </a:blipFill>
      </dgm:spPr>
      <dgm:extLst>
        <a:ext uri="{E40237B7-FDA0-4F09-8148-C483321AD2D9}">
          <dgm14:cNvPr xmlns:dgm14="http://schemas.microsoft.com/office/drawing/2010/diagram" id="0" name="" descr="Shot of a young woman posing with neon paint on her facehttp://195.154.178.81/DATA/i_collage/pi/shoots/784268.jpg"/>
        </a:ext>
      </dgm:extLst>
    </dgm:pt>
    <dgm:pt modelId="{33456716-7B9F-451A-8349-D5FA84343905}" type="pres">
      <dgm:prSet presAssocID="{BE05C4C0-E02B-4011-8BD0-1826C5F7DB19}" presName="Subtitle" presStyleLbl="revTx" presStyleIdx="0" presStyleCnt="6">
        <dgm:presLayoutVars>
          <dgm:chMax val="0"/>
          <dgm:bulletEnabled/>
        </dgm:presLayoutVars>
      </dgm:prSet>
      <dgm:spPr/>
    </dgm:pt>
    <dgm:pt modelId="{CABE4EB2-6390-46E3-87EB-E28369D361EF}" type="pres">
      <dgm:prSet presAssocID="{BE05C4C0-E02B-4011-8BD0-1826C5F7DB19}" presName="Description" presStyleLbl="revTx" presStyleIdx="1" presStyleCnt="6">
        <dgm:presLayoutVars>
          <dgm:bulletEnabled/>
        </dgm:presLayoutVars>
      </dgm:prSet>
      <dgm:spPr/>
    </dgm:pt>
    <dgm:pt modelId="{E02CEAE1-699C-409B-999E-9805C473FC28}" type="pres">
      <dgm:prSet presAssocID="{54B65E5E-4A8A-4BA9-A224-12B2B17858DA}" presName="sibTrans" presStyleLbl="sibTrans2D1" presStyleIdx="0" presStyleCnt="0"/>
      <dgm:spPr/>
    </dgm:pt>
    <dgm:pt modelId="{3EDAD850-EED2-4AAB-8887-4B5B134F8336}" type="pres">
      <dgm:prSet presAssocID="{A2E5346C-B8A0-4550-8190-6079C9B06E6E}" presName="Composite" presStyleCnt="0"/>
      <dgm:spPr/>
    </dgm:pt>
    <dgm:pt modelId="{B07990D7-08E4-4B12-8398-C1F0A5A0CEDE}" type="pres">
      <dgm:prSet presAssocID="{A2E5346C-B8A0-4550-8190-6079C9B06E6E}" presName="Picture" presStyleLbl="node1" presStyleIdx="1" presStyleCnt="3"/>
      <dgm:spPr>
        <a:blipFill rotWithShape="1">
          <a:blip xmlns:r="http://schemas.openxmlformats.org/officeDocument/2006/relationships" r:embed="rId2"/>
          <a:srcRect/>
          <a:stretch>
            <a:fillRect l="-316000" r="-316000"/>
          </a:stretch>
        </a:blipFill>
      </dgm:spPr>
      <dgm:extLst>
        <a:ext uri="{E40237B7-FDA0-4F09-8148-C483321AD2D9}">
          <dgm14:cNvPr xmlns:dgm14="http://schemas.microsoft.com/office/drawing/2010/diagram" id="0" name="" descr="focus on pin - shallow depth of field"/>
        </a:ext>
      </dgm:extLst>
    </dgm:pt>
    <dgm:pt modelId="{805FC4C1-1A5D-4E86-9857-34F2003F5EC5}" type="pres">
      <dgm:prSet presAssocID="{A2E5346C-B8A0-4550-8190-6079C9B06E6E}" presName="Subtitle" presStyleLbl="revTx" presStyleIdx="2" presStyleCnt="6">
        <dgm:presLayoutVars>
          <dgm:chMax val="0"/>
          <dgm:bulletEnabled/>
        </dgm:presLayoutVars>
      </dgm:prSet>
      <dgm:spPr/>
    </dgm:pt>
    <dgm:pt modelId="{43C8E339-4DA5-4107-8C84-2ED52E048335}" type="pres">
      <dgm:prSet presAssocID="{A2E5346C-B8A0-4550-8190-6079C9B06E6E}" presName="Description" presStyleLbl="revTx" presStyleIdx="3" presStyleCnt="6">
        <dgm:presLayoutVars>
          <dgm:bulletEnabled/>
        </dgm:presLayoutVars>
      </dgm:prSet>
      <dgm:spPr/>
    </dgm:pt>
    <dgm:pt modelId="{C0318DC1-F533-458B-99A1-F7EF8F0D3849}" type="pres">
      <dgm:prSet presAssocID="{B439186E-8739-4DFD-8AEE-46454FD7AF22}" presName="sibTrans" presStyleLbl="sibTrans2D1" presStyleIdx="0" presStyleCnt="0"/>
      <dgm:spPr/>
    </dgm:pt>
    <dgm:pt modelId="{E9A1999D-50A8-449D-BC73-EB83EC1DC445}" type="pres">
      <dgm:prSet presAssocID="{87DC2406-F4D2-4AE2-8C58-0F737FDCC599}" presName="Composite" presStyleCnt="0"/>
      <dgm:spPr/>
    </dgm:pt>
    <dgm:pt modelId="{4C5C96B0-67C5-4E46-906C-67F89B53025E}" type="pres">
      <dgm:prSet presAssocID="{87DC2406-F4D2-4AE2-8C58-0F737FDCC599}" presName="Picture" presStyleLbl="node1" presStyleIdx="2" presStyleCnt="3"/>
      <dgm:spPr>
        <a:blipFill rotWithShape="1">
          <a:blip xmlns:r="http://schemas.openxmlformats.org/officeDocument/2006/relationships" r:embed="rId3"/>
          <a:srcRect/>
          <a:stretch>
            <a:fillRect l="-24000" r="-24000"/>
          </a:stretch>
        </a:blipFill>
      </dgm:spPr>
      <dgm:extLst>
        <a:ext uri="{E40237B7-FDA0-4F09-8148-C483321AD2D9}">
          <dgm14:cNvPr xmlns:dgm14="http://schemas.microsoft.com/office/drawing/2010/diagram" id="0" name="" descr="Young woman crying"/>
        </a:ext>
      </dgm:extLst>
    </dgm:pt>
    <dgm:pt modelId="{9F392AB8-E127-414C-8DD2-E2A77873FF7A}" type="pres">
      <dgm:prSet presAssocID="{87DC2406-F4D2-4AE2-8C58-0F737FDCC599}" presName="Subtitle" presStyleLbl="revTx" presStyleIdx="4" presStyleCnt="6">
        <dgm:presLayoutVars>
          <dgm:chMax val="0"/>
          <dgm:bulletEnabled/>
        </dgm:presLayoutVars>
      </dgm:prSet>
      <dgm:spPr/>
    </dgm:pt>
    <dgm:pt modelId="{BD92BD00-A007-49A7-A5D3-09CF37A1644F}" type="pres">
      <dgm:prSet presAssocID="{87DC2406-F4D2-4AE2-8C58-0F737FDCC599}" presName="Description" presStyleLbl="revTx" presStyleIdx="5" presStyleCnt="6">
        <dgm:presLayoutVars>
          <dgm:bulletEnabled/>
        </dgm:presLayoutVars>
      </dgm:prSet>
      <dgm:spPr/>
    </dgm:pt>
  </dgm:ptLst>
  <dgm:cxnLst>
    <dgm:cxn modelId="{4EDECF13-85EF-4025-8C5D-C134AD62B1AF}" srcId="{408E110E-33F4-4BE7-9BBA-B919EC330B43}" destId="{BE05C4C0-E02B-4011-8BD0-1826C5F7DB19}" srcOrd="0" destOrd="0" parTransId="{34CE2860-21F2-4922-8ABB-7A956CD11C45}" sibTransId="{54B65E5E-4A8A-4BA9-A224-12B2B17858DA}"/>
    <dgm:cxn modelId="{322F9F15-6B9D-49A9-8DA5-55CDBB7DB223}" type="presOf" srcId="{DE589B3E-EA2C-4A1E-9C61-6836E86EED3D}" destId="{BD92BD00-A007-49A7-A5D3-09CF37A1644F}" srcOrd="0" destOrd="2" presId="urn:microsoft.com/office/officeart/2024/3/layout/verticalVisualTextBlock1"/>
    <dgm:cxn modelId="{88150B2E-2E1F-40D9-A5F6-01676690E526}" srcId="{A2E5346C-B8A0-4550-8190-6079C9B06E6E}" destId="{E3F9ED7E-87A5-4A2B-8FC1-6B872E7C4DAB}" srcOrd="1" destOrd="0" parTransId="{3A7E8251-147D-48AE-9BFA-00CA09B3F8C3}" sibTransId="{330385FF-443D-421B-BEF3-7990F45EFE7F}"/>
    <dgm:cxn modelId="{28FFAC31-13E8-4318-A613-E69D848BE64F}" srcId="{87DC2406-F4D2-4AE2-8C58-0F737FDCC599}" destId="{DE589B3E-EA2C-4A1E-9C61-6836E86EED3D}" srcOrd="2" destOrd="0" parTransId="{0963A723-B0B9-4926-8828-21F180C454F7}" sibTransId="{9EDA2F33-5311-475D-A6E5-A2BE4C918BBA}"/>
    <dgm:cxn modelId="{0946C131-3D1C-473B-878D-0273BFC93321}" type="presOf" srcId="{54B65E5E-4A8A-4BA9-A224-12B2B17858DA}" destId="{E02CEAE1-699C-409B-999E-9805C473FC28}" srcOrd="0" destOrd="0" presId="urn:microsoft.com/office/officeart/2024/3/layout/verticalVisualTextBlock1"/>
    <dgm:cxn modelId="{8D148765-E716-46CF-BB05-28485A966435}" type="presOf" srcId="{B439186E-8739-4DFD-8AEE-46454FD7AF22}" destId="{C0318DC1-F533-458B-99A1-F7EF8F0D3849}" srcOrd="0" destOrd="0" presId="urn:microsoft.com/office/officeart/2024/3/layout/verticalVisualTextBlock1"/>
    <dgm:cxn modelId="{5C21746A-970F-4C42-B474-EF4893042A14}" type="presOf" srcId="{A87A570D-E9E9-4130-BBED-B15EF7BEA84E}" destId="{43C8E339-4DA5-4107-8C84-2ED52E048335}" srcOrd="0" destOrd="0" presId="urn:microsoft.com/office/officeart/2024/3/layout/verticalVisualTextBlock1"/>
    <dgm:cxn modelId="{1672A852-5BBC-4986-A7AE-E3C3F6105427}" type="presOf" srcId="{408E110E-33F4-4BE7-9BBA-B919EC330B43}" destId="{BCF848DB-2C65-4D6A-A842-4D97F13F764B}" srcOrd="0" destOrd="0" presId="urn:microsoft.com/office/officeart/2024/3/layout/verticalVisualTextBlock1"/>
    <dgm:cxn modelId="{4CB00453-6B40-4494-8068-5E6FB568C048}" srcId="{408E110E-33F4-4BE7-9BBA-B919EC330B43}" destId="{A2E5346C-B8A0-4550-8190-6079C9B06E6E}" srcOrd="1" destOrd="0" parTransId="{F74879FF-F199-4296-B07D-693B7E79788A}" sibTransId="{B439186E-8739-4DFD-8AEE-46454FD7AF22}"/>
    <dgm:cxn modelId="{CEFF457B-8F85-426C-9184-AABD4752B6BD}" srcId="{408E110E-33F4-4BE7-9BBA-B919EC330B43}" destId="{87DC2406-F4D2-4AE2-8C58-0F737FDCC599}" srcOrd="2" destOrd="0" parTransId="{03534D6D-64FA-4696-B7CD-E775BEE89D61}" sibTransId="{6688AE9B-5196-40CB-AF81-29EC96B7DA52}"/>
    <dgm:cxn modelId="{BCFFE6C5-98B0-4BC8-82C2-7C8DB8DC07C7}" type="presOf" srcId="{BE05C4C0-E02B-4011-8BD0-1826C5F7DB19}" destId="{33456716-7B9F-451A-8349-D5FA84343905}" srcOrd="0" destOrd="0" presId="urn:microsoft.com/office/officeart/2024/3/layout/verticalVisualTextBlock1"/>
    <dgm:cxn modelId="{A86615C8-B3AD-4769-9171-02615CC6223B}" type="presOf" srcId="{A2E5346C-B8A0-4550-8190-6079C9B06E6E}" destId="{805FC4C1-1A5D-4E86-9857-34F2003F5EC5}" srcOrd="0" destOrd="0" presId="urn:microsoft.com/office/officeart/2024/3/layout/verticalVisualTextBlock1"/>
    <dgm:cxn modelId="{111A0BC9-E108-4F00-9F4F-D1B59E7A4E87}" srcId="{BE05C4C0-E02B-4011-8BD0-1826C5F7DB19}" destId="{498577F1-64DF-4EF1-9CCD-C53145AB4CEB}" srcOrd="0" destOrd="0" parTransId="{49536881-3C86-484B-A590-8FA1E0BDAF10}" sibTransId="{713DEA0A-EC38-4887-AFD4-406D7F93C768}"/>
    <dgm:cxn modelId="{769261D2-16E4-419A-AD15-E18BB8983972}" type="presOf" srcId="{32BEFC3E-9CE1-4871-9FD9-0E2CB3D2CC41}" destId="{BD92BD00-A007-49A7-A5D3-09CF37A1644F}" srcOrd="0" destOrd="1" presId="urn:microsoft.com/office/officeart/2024/3/layout/verticalVisualTextBlock1"/>
    <dgm:cxn modelId="{D15388D4-3BC4-4B25-904D-C5E53112FF44}" type="presOf" srcId="{E3F9ED7E-87A5-4A2B-8FC1-6B872E7C4DAB}" destId="{43C8E339-4DA5-4107-8C84-2ED52E048335}" srcOrd="0" destOrd="1" presId="urn:microsoft.com/office/officeart/2024/3/layout/verticalVisualTextBlock1"/>
    <dgm:cxn modelId="{801183DB-3DF9-46B1-B81C-4F7135DECD69}" type="presOf" srcId="{9E6204B3-135E-4A88-BB66-359CB7906615}" destId="{BD92BD00-A007-49A7-A5D3-09CF37A1644F}" srcOrd="0" destOrd="0" presId="urn:microsoft.com/office/officeart/2024/3/layout/verticalVisualTextBlock1"/>
    <dgm:cxn modelId="{B36DF9DC-FCA3-4E15-B4EE-D6142D36FD3E}" type="presOf" srcId="{498577F1-64DF-4EF1-9CCD-C53145AB4CEB}" destId="{CABE4EB2-6390-46E3-87EB-E28369D361EF}" srcOrd="0" destOrd="0" presId="urn:microsoft.com/office/officeart/2024/3/layout/verticalVisualTextBlock1"/>
    <dgm:cxn modelId="{ADBDDDE0-4BF6-4CBF-80F2-501BB8179132}" srcId="{A2E5346C-B8A0-4550-8190-6079C9B06E6E}" destId="{A87A570D-E9E9-4130-BBED-B15EF7BEA84E}" srcOrd="0" destOrd="0" parTransId="{4899AF06-7DBE-4838-9B40-2AC76DF30534}" sibTransId="{29F9F4A6-EA37-4D32-AA75-294830C56446}"/>
    <dgm:cxn modelId="{4FD2F1EA-BF36-46CF-900E-B5D0875EBF42}" srcId="{87DC2406-F4D2-4AE2-8C58-0F737FDCC599}" destId="{9E6204B3-135E-4A88-BB66-359CB7906615}" srcOrd="0" destOrd="0" parTransId="{2A83123A-D416-44F1-916E-C1B028F4FD7A}" sibTransId="{F5882D8E-E6CE-4785-ADC3-C50F5BAC326B}"/>
    <dgm:cxn modelId="{05B616EC-188C-4E0C-8CDD-099B343072C4}" srcId="{87DC2406-F4D2-4AE2-8C58-0F737FDCC599}" destId="{32BEFC3E-9CE1-4871-9FD9-0E2CB3D2CC41}" srcOrd="1" destOrd="0" parTransId="{6BE58A0F-EC0D-4E3A-9772-E8AED36CB827}" sibTransId="{68CBCA19-CB60-498A-BCB0-676659BA4DDB}"/>
    <dgm:cxn modelId="{186F87F4-389C-4669-AF2A-5B57408A6653}" type="presOf" srcId="{87DC2406-F4D2-4AE2-8C58-0F737FDCC599}" destId="{9F392AB8-E127-414C-8DD2-E2A77873FF7A}" srcOrd="0" destOrd="0" presId="urn:microsoft.com/office/officeart/2024/3/layout/verticalVisualTextBlock1"/>
    <dgm:cxn modelId="{C6153AAC-6655-4DD5-9D84-3F4FF4ACB0C9}" type="presParOf" srcId="{BCF848DB-2C65-4D6A-A842-4D97F13F764B}" destId="{006CD133-A33E-4B2D-9F58-4F50B2806390}" srcOrd="0" destOrd="0" presId="urn:microsoft.com/office/officeart/2024/3/layout/verticalVisualTextBlock1"/>
    <dgm:cxn modelId="{0F5C4CFE-EC51-4DA9-BD55-B338B23E8621}" type="presParOf" srcId="{006CD133-A33E-4B2D-9F58-4F50B2806390}" destId="{6B98ECFD-85B2-4682-ADEB-88D3372FB358}" srcOrd="0" destOrd="0" presId="urn:microsoft.com/office/officeart/2024/3/layout/verticalVisualTextBlock1"/>
    <dgm:cxn modelId="{3546345E-4E81-4B3D-835F-A92E7137026B}" type="presParOf" srcId="{006CD133-A33E-4B2D-9F58-4F50B2806390}" destId="{33456716-7B9F-451A-8349-D5FA84343905}" srcOrd="1" destOrd="0" presId="urn:microsoft.com/office/officeart/2024/3/layout/verticalVisualTextBlock1"/>
    <dgm:cxn modelId="{FA859F5A-991D-40A2-B034-6D4413759505}" type="presParOf" srcId="{006CD133-A33E-4B2D-9F58-4F50B2806390}" destId="{CABE4EB2-6390-46E3-87EB-E28369D361EF}" srcOrd="2" destOrd="0" presId="urn:microsoft.com/office/officeart/2024/3/layout/verticalVisualTextBlock1"/>
    <dgm:cxn modelId="{E7C53550-5BD1-4B09-A090-3F5A19DA9F8B}" type="presParOf" srcId="{BCF848DB-2C65-4D6A-A842-4D97F13F764B}" destId="{E02CEAE1-699C-409B-999E-9805C473FC28}" srcOrd="1" destOrd="0" presId="urn:microsoft.com/office/officeart/2024/3/layout/verticalVisualTextBlock1"/>
    <dgm:cxn modelId="{41EEB069-4465-4DDA-BDCA-7415BDC22942}" type="presParOf" srcId="{BCF848DB-2C65-4D6A-A842-4D97F13F764B}" destId="{3EDAD850-EED2-4AAB-8887-4B5B134F8336}" srcOrd="2" destOrd="0" presId="urn:microsoft.com/office/officeart/2024/3/layout/verticalVisualTextBlock1"/>
    <dgm:cxn modelId="{C72DFF4B-4A61-4C56-9186-E62B3BB37A2F}" type="presParOf" srcId="{3EDAD850-EED2-4AAB-8887-4B5B134F8336}" destId="{B07990D7-08E4-4B12-8398-C1F0A5A0CEDE}" srcOrd="0" destOrd="0" presId="urn:microsoft.com/office/officeart/2024/3/layout/verticalVisualTextBlock1"/>
    <dgm:cxn modelId="{1FED2BF4-DCC7-4890-9D44-7538A22ACE19}" type="presParOf" srcId="{3EDAD850-EED2-4AAB-8887-4B5B134F8336}" destId="{805FC4C1-1A5D-4E86-9857-34F2003F5EC5}" srcOrd="1" destOrd="0" presId="urn:microsoft.com/office/officeart/2024/3/layout/verticalVisualTextBlock1"/>
    <dgm:cxn modelId="{EF28230F-4761-4B97-87C6-29BB88D59DC6}" type="presParOf" srcId="{3EDAD850-EED2-4AAB-8887-4B5B134F8336}" destId="{43C8E339-4DA5-4107-8C84-2ED52E048335}" srcOrd="2" destOrd="0" presId="urn:microsoft.com/office/officeart/2024/3/layout/verticalVisualTextBlock1"/>
    <dgm:cxn modelId="{570313EA-6C65-4A3D-9CCD-CCF6FC15EA23}" type="presParOf" srcId="{BCF848DB-2C65-4D6A-A842-4D97F13F764B}" destId="{C0318DC1-F533-458B-99A1-F7EF8F0D3849}" srcOrd="3" destOrd="0" presId="urn:microsoft.com/office/officeart/2024/3/layout/verticalVisualTextBlock1"/>
    <dgm:cxn modelId="{D8D2C570-6D11-4EED-8989-4782CF05CA23}" type="presParOf" srcId="{BCF848DB-2C65-4D6A-A842-4D97F13F764B}" destId="{E9A1999D-50A8-449D-BC73-EB83EC1DC445}" srcOrd="4" destOrd="0" presId="urn:microsoft.com/office/officeart/2024/3/layout/verticalVisualTextBlock1"/>
    <dgm:cxn modelId="{4057AD12-B45C-41C2-A2DC-C1F203CD928E}" type="presParOf" srcId="{E9A1999D-50A8-449D-BC73-EB83EC1DC445}" destId="{4C5C96B0-67C5-4E46-906C-67F89B53025E}" srcOrd="0" destOrd="0" presId="urn:microsoft.com/office/officeart/2024/3/layout/verticalVisualTextBlock1"/>
    <dgm:cxn modelId="{9BFDE6A8-C2EA-48F3-9414-ACBE8E1E6A23}" type="presParOf" srcId="{E9A1999D-50A8-449D-BC73-EB83EC1DC445}" destId="{9F392AB8-E127-414C-8DD2-E2A77873FF7A}" srcOrd="1" destOrd="0" presId="urn:microsoft.com/office/officeart/2024/3/layout/verticalVisualTextBlock1"/>
    <dgm:cxn modelId="{779D533A-4107-4A28-959F-82D396A3BAC3}" type="presParOf" srcId="{E9A1999D-50A8-449D-BC73-EB83EC1DC445}" destId="{BD92BD00-A007-49A7-A5D3-09CF37A1644F}" srcOrd="2" destOrd="0" presId="urn:microsoft.com/office/officeart/2024/3/layout/verticalVisualTextBlock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B98ECFD-85B2-4682-ADEB-88D3372FB358}">
      <dsp:nvSpPr>
        <dsp:cNvPr id="0" name=""/>
        <dsp:cNvSpPr/>
      </dsp:nvSpPr>
      <dsp:spPr>
        <a:xfrm>
          <a:off x="0" y="0"/>
          <a:ext cx="1937614" cy="1937614"/>
        </a:xfrm>
        <a:prstGeom prst="rect">
          <a:avLst/>
        </a:prstGeom>
        <a:blipFill rotWithShape="1">
          <a:blip xmlns:r="http://schemas.openxmlformats.org/officeDocument/2006/relationships" r:embed="rId1"/>
          <a:srcRect/>
          <a:stretch>
            <a:fillRect t="-35000" b="-35000"/>
          </a:stretch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3456716-7B9F-451A-8349-D5FA84343905}">
      <dsp:nvSpPr>
        <dsp:cNvPr id="0" name=""/>
        <dsp:cNvSpPr/>
      </dsp:nvSpPr>
      <dsp:spPr>
        <a:xfrm>
          <a:off x="2117614" y="0"/>
          <a:ext cx="9806594" cy="4268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22860" rIns="22860" bIns="22860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s-CR" sz="1800" kern="1200" noProof="1"/>
            <a:t>Metadatos</a:t>
          </a:r>
        </a:p>
      </dsp:txBody>
      <dsp:txXfrm>
        <a:off x="2117614" y="0"/>
        <a:ext cx="9806594" cy="426816"/>
      </dsp:txXfrm>
    </dsp:sp>
    <dsp:sp modelId="{CABE4EB2-6390-46E3-87EB-E28369D361EF}">
      <dsp:nvSpPr>
        <dsp:cNvPr id="0" name=""/>
        <dsp:cNvSpPr/>
      </dsp:nvSpPr>
      <dsp:spPr>
        <a:xfrm>
          <a:off x="2117614" y="426816"/>
          <a:ext cx="9806594" cy="15107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7780" rIns="17780" bIns="1778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R" sz="1400" kern="1200" noProof="1"/>
            <a:t>Se oculta información en los metadatos de la imagen como puede ser Comentarios, Información de Copyright o algún otro campo explotable</a:t>
          </a:r>
        </a:p>
      </dsp:txBody>
      <dsp:txXfrm>
        <a:off x="2117614" y="426816"/>
        <a:ext cx="9806594" cy="1510798"/>
      </dsp:txXfrm>
    </dsp:sp>
    <dsp:sp modelId="{B07990D7-08E4-4B12-8398-C1F0A5A0CEDE}">
      <dsp:nvSpPr>
        <dsp:cNvPr id="0" name=""/>
        <dsp:cNvSpPr/>
      </dsp:nvSpPr>
      <dsp:spPr>
        <a:xfrm>
          <a:off x="0" y="2092623"/>
          <a:ext cx="1937614" cy="1937614"/>
        </a:xfrm>
        <a:prstGeom prst="rect">
          <a:avLst/>
        </a:prstGeom>
        <a:blipFill rotWithShape="1">
          <a:blip xmlns:r="http://schemas.openxmlformats.org/officeDocument/2006/relationships" r:embed="rId2"/>
          <a:srcRect/>
          <a:stretch>
            <a:fillRect l="-316000" r="-316000"/>
          </a:stretch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05FC4C1-1A5D-4E86-9857-34F2003F5EC5}">
      <dsp:nvSpPr>
        <dsp:cNvPr id="0" name=""/>
        <dsp:cNvSpPr/>
      </dsp:nvSpPr>
      <dsp:spPr>
        <a:xfrm>
          <a:off x="2117614" y="2092623"/>
          <a:ext cx="9806594" cy="4268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22860" rIns="22860" bIns="22860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s-CR" sz="1800" kern="1200" noProof="1"/>
            <a:t>“textos Crudos” </a:t>
          </a:r>
        </a:p>
      </dsp:txBody>
      <dsp:txXfrm>
        <a:off x="2117614" y="2092623"/>
        <a:ext cx="9806594" cy="426816"/>
      </dsp:txXfrm>
    </dsp:sp>
    <dsp:sp modelId="{43C8E339-4DA5-4107-8C84-2ED52E048335}">
      <dsp:nvSpPr>
        <dsp:cNvPr id="0" name=""/>
        <dsp:cNvSpPr/>
      </dsp:nvSpPr>
      <dsp:spPr>
        <a:xfrm>
          <a:off x="2117614" y="2519439"/>
          <a:ext cx="9806594" cy="15107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7780" rIns="17780" bIns="1778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R" sz="1400" kern="1200" noProof="1"/>
            <a:t>En ocasiones muchos datos se puede extraer simplemente tomando el archivo y buscando texto plano sin necesidad de interpretar la imagen. </a:t>
          </a:r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R" sz="1400" kern="1200" noProof="1"/>
            <a:t>En ocasiones los datos son parte del archivo pero no poseen un formato especial o están ocultos en partes no visibles del archivo. </a:t>
          </a:r>
        </a:p>
      </dsp:txBody>
      <dsp:txXfrm>
        <a:off x="2117614" y="2519439"/>
        <a:ext cx="9806594" cy="1510798"/>
      </dsp:txXfrm>
    </dsp:sp>
    <dsp:sp modelId="{4C5C96B0-67C5-4E46-906C-67F89B53025E}">
      <dsp:nvSpPr>
        <dsp:cNvPr id="0" name=""/>
        <dsp:cNvSpPr/>
      </dsp:nvSpPr>
      <dsp:spPr>
        <a:xfrm>
          <a:off x="0" y="4185246"/>
          <a:ext cx="1937614" cy="1937614"/>
        </a:xfrm>
        <a:prstGeom prst="rect">
          <a:avLst/>
        </a:prstGeom>
        <a:blipFill rotWithShape="1">
          <a:blip xmlns:r="http://schemas.openxmlformats.org/officeDocument/2006/relationships" r:embed="rId3"/>
          <a:srcRect/>
          <a:stretch>
            <a:fillRect l="-24000" r="-24000"/>
          </a:stretch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F392AB8-E127-414C-8DD2-E2A77873FF7A}">
      <dsp:nvSpPr>
        <dsp:cNvPr id="0" name=""/>
        <dsp:cNvSpPr/>
      </dsp:nvSpPr>
      <dsp:spPr>
        <a:xfrm>
          <a:off x="2117614" y="4185246"/>
          <a:ext cx="9806594" cy="4268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22860" rIns="22860" bIns="22860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s-CR" sz="1800" kern="1200" noProof="1"/>
            <a:t>Datos Ocultos en las capas de la image</a:t>
          </a:r>
        </a:p>
      </dsp:txBody>
      <dsp:txXfrm>
        <a:off x="2117614" y="4185246"/>
        <a:ext cx="9806594" cy="426816"/>
      </dsp:txXfrm>
    </dsp:sp>
    <dsp:sp modelId="{BD92BD00-A007-49A7-A5D3-09CF37A1644F}">
      <dsp:nvSpPr>
        <dsp:cNvPr id="0" name=""/>
        <dsp:cNvSpPr/>
      </dsp:nvSpPr>
      <dsp:spPr>
        <a:xfrm>
          <a:off x="2117614" y="4612063"/>
          <a:ext cx="9806594" cy="15107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7780" rIns="17780" bIns="1778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R" sz="1400" kern="1200" noProof="1"/>
            <a:t>Existen ocasiones donde encontraremos información oculta de forma visual (Y no visual) en las imágenes </a:t>
          </a:r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R" sz="1400" kern="1200" noProof="1"/>
            <a:t>Por en el canal rojo puede ocultar un mensaje que no es tan fácilmente visible en la imagen de forma holística. </a:t>
          </a:r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R" sz="1400" kern="1200" noProof="1"/>
            <a:t>Otra posibilidad es esconder información en los “bits menos significativos.”</a:t>
          </a:r>
        </a:p>
      </dsp:txBody>
      <dsp:txXfrm>
        <a:off x="2117614" y="4612063"/>
        <a:ext cx="9806594" cy="151079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24/3/layout/verticalVisualTextBlock1">
  <dgm:title val="Vertical Visual Text Blocks"/>
  <dgm:desc val="Pictures with short bits of text with formatted headers. Use as an easier-to-read alternative to a bulleted list."/>
  <dgm:catLst>
    <dgm:cat type="picture" pri="1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Root">
    <dgm:varLst>
      <dgm:dir/>
      <dgm:resizeHandles val="exact"/>
    </dgm:varLst>
    <dgm:choose name="BasedOnLanguageDirection">
      <dgm:if name="LeftToRight" func="var" arg="dir" op="equ" val="norm">
        <dgm:alg type="lin">
          <dgm:param type="linDir" val="fromT"/>
          <dgm:param type="vertAlign" val="t"/>
          <dgm:param type="horzAlign" val="l"/>
        </dgm:alg>
      </dgm:if>
      <dgm:else name="RightToLeft">
        <dgm:alg type="lin">
          <dgm:param type="linDir" val="fromT"/>
          <dgm:param type="vertAlign" val="t"/>
          <dgm:param type="horzAlign" val="r"/>
        </dgm:alg>
      </dgm:else>
    </dgm:choose>
    <dgm:presOf/>
    <dgm:constrLst>
      <dgm:constr type="primFontSz" for="des" forName="Subtitle" op="equ" val="18"/>
      <dgm:constr type="primFontSz" for="des" forName="Description" refType="primFontSz" refFor="des" refForName="Subtitle" op="equ" fact="0.77"/>
      <dgm:constr type="w" for="ch" forName="Composite" refType="w"/>
      <dgm:constr type="h" for="ch" forName="Composite" refType="h"/>
      <dgm:constr type="h" for="ch" forName="sibTrans" refType="h" refFor="ch" refForName="Composite" fact="0.08"/>
      <dgm:constr type="sp" refType="w" refFor="ch" refForName="Composite" op="equ" fact="0.1"/>
    </dgm:constrLst>
    <dgm:ruleLst/>
    <dgm:forEach name="DirectChildrenOfRoot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w" for="ch" forName="Picture" refType="w" fact="0.335"/>
          <dgm:constr type="h" for="ch" forName="Picture" refType="w" refFor="ch" refForName="Picture" op="equ"/>
          <dgm:constr type="h" for="ch" forName="Picture" refType="h" op="lte"/>
          <dgm:constr type="l" for="ch" forName="Subtitle" refType="r" refFor="ch" refForName="Picture"/>
          <dgm:constr type="lOff" for="ch" forName="Subtitle" val="5"/>
          <dgm:constr type="h" for="ch" forName="Subtitle" refType="h" fact="0.1"/>
          <dgm:constr type="t" for="ch" forName="Description" refType="b" refFor="ch" refForName="Subtitle"/>
          <dgm:constr type="l" for="ch" forName="Description" refType="r" refFor="ch" refForName="Picture"/>
          <dgm:constr type="lOff" for="ch" forName="Description" val="5"/>
        </dgm:constrLst>
        <dgm:ruleLst/>
        <dgm:layoutNode name="Picture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ubtitle" styleLbl="revTx">
          <dgm:varLst>
            <dgm:chMax val="0"/>
            <dgm:bulletEnabled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hoose name="SubtitleConstraintsBasedOnLanguageDirection">
            <dgm:if name="SubtitleIsLeftToRight" func="var" arg="dir" op="equ" val="norm">
              <dgm:constrLst>
                <dgm:constr type="h" refType="w" op="lte" fact="0.4"/>
                <dgm:constr type="lMarg"/>
                <dgm:constr type="rMarg" refType="primFontSz" fact="0.1"/>
                <dgm:constr type="tMarg" refType="primFontSz" fact="0.1"/>
                <dgm:constr type="bMarg" refType="primFontSz" fact="0.1"/>
              </dgm:constrLst>
            </dgm:if>
            <dgm:else name="SubtitleIsRightToLeft">
              <dgm:constrLst>
                <dgm:constr type="h" refType="w" op="lte" fact="0.4"/>
                <dgm:constr type="rMarg"/>
                <dgm:constr type="lMarg" refType="primFontSz" fact="0.1"/>
                <dgm:constr type="tMarg" refType="primFontSz" fact="0.1"/>
                <dgm:constr type="bMarg" refType="primFontSz" fact="0.1"/>
              </dgm:constrLst>
            </dgm:else>
          </dgm:choose>
          <dgm:ruleLst>
            <dgm:rule type="h" val="INF" fact="NaN" max="NaN"/>
            <dgm:rule type="primFontSz" val="5" fact="NaN" max="NaN"/>
          </dgm:ruleLst>
        </dgm:layoutNode>
        <dgm:layoutNode name="Description" styleLbl="revTx">
          <dgm:varLst>
            <dgm:bulletEnabled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hoose name="DescriptionConstraintsBasedOnLanguageDirection">
            <dgm:if name="DescriptionIsLeftToRight" func="var" arg="dir" op="equ" val="norm">
              <dgm:constrLst>
                <dgm:constr type="lMarg"/>
                <dgm:constr type="rMarg" refType="primFontSz" fact="0.1"/>
                <dgm:constr type="tMarg" refType="primFontSz" fact="0.1"/>
                <dgm:constr type="bMarg" refType="primFontSz" fact="0.1"/>
              </dgm:constrLst>
            </dgm:if>
            <dgm:else name="DescriptionIsRightToLeft">
              <dgm:constrLst>
                <dgm:constr type="lMarg" refType="primFontSz" fact="0.1"/>
                <dgm:constr type="rMarg"/>
                <dgm:constr type="tMarg" refType="primFontSz" fact="0.1"/>
                <dgm:constr type="bMarg" refType="primFontSz" fact="0.1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5" axis="followSib" ptType="sibTrans" cnt="1">
        <dgm:layoutNode name="sibTrans">
          <dgm:alg type="sp"/>
          <dgm:shape xmlns:r="http://schemas.openxmlformats.org/officeDocument/2006/relationships" type="rect" r:blip="" hideGeom="1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9307DF-9DC6-45C1-9855-F0E4F1824525}" type="datetimeFigureOut">
              <a:rPr lang="en-US" smtClean="0"/>
              <a:t>7/19/2025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A5B98B-C373-497C-BC1D-BD36221985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1901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0D2259-9A8F-4D58-913F-EB74D51A4DB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70015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0D2259-9A8F-4D58-913F-EB74D51A4DB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43400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0D2259-9A8F-4D58-913F-EB74D51A4DB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62837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https://hackaday.com/2019/01/03/cheating-ai-caught-hiding-data-using-steganography/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A5B98B-C373-497C-BC1D-BD362219859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4040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https://www.researchgate.net/figure/Shows-the-Image-file-carrying-the-hidden-plain-text-and-the-plain-text-Then-the-image_fig1_221411317</a:t>
            </a:r>
          </a:p>
          <a:p>
            <a:r>
              <a:rPr lang="en-US" dirty="0"/>
              <a:t>https://www.researchgate.net/publication/221411317_Steganography_and_Visual_Cryptography_in_Computer_Forensics#pf7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Steganography and Visual Cryptography in Computer Forensics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0D2259-9A8F-4D58-913F-EB74D51A4DB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85864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0D2259-9A8F-4D58-913F-EB74D51A4DB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53056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A5B98B-C373-497C-BC1D-BD362219859D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8852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0D2259-9A8F-4D58-913F-EB74D51A4DB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0497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0D2259-9A8F-4D58-913F-EB74D51A4DB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42923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0D2259-9A8F-4D58-913F-EB74D51A4DBF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498568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0D2259-9A8F-4D58-913F-EB74D51A4DBF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43932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https://www.youtube.com/watch?v=LwKOS10lblk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0D2259-9A8F-4D58-913F-EB74D51A4DBF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358048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Steganography remains a powerful tool for concealed communication with diverse applications and challenges. Understanding its principles and ethics is vital for secure and responsible 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0D2259-9A8F-4D58-913F-EB74D51A4DBF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3816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548642"/>
            <a:ext cx="7478991" cy="3635797"/>
          </a:xfrm>
        </p:spPr>
        <p:txBody>
          <a:bodyPr anchor="t">
            <a:normAutofit/>
          </a:bodyPr>
          <a:lstStyle>
            <a:lvl1pPr algn="l">
              <a:defRPr sz="7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73553"/>
            <a:ext cx="6655522" cy="1545336"/>
          </a:xfrm>
        </p:spPr>
        <p:txBody>
          <a:bodyPr anchor="b">
            <a:normAutofit/>
          </a:bodyPr>
          <a:lstStyle>
            <a:lvl1pPr marL="0" indent="0" algn="l">
              <a:buNone/>
              <a:defRPr sz="2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7B902-09B5-4324-8310-59625360F035}" type="datetime1">
              <a:rPr lang="en-US" smtClean="0"/>
              <a:t>7/19/2025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77284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8008" y="854239"/>
            <a:ext cx="7876287" cy="3592629"/>
          </a:xfrm>
        </p:spPr>
        <p:txBody>
          <a:bodyPr anchor="b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8368" y="4617138"/>
            <a:ext cx="7375466" cy="1014984"/>
          </a:xfrm>
        </p:spPr>
        <p:txBody>
          <a:bodyPr anchor="t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91A11-88E2-4BD0-90A5-503C684B9CC0}" type="datetime1">
              <a:rPr lang="en-US" smtClean="0"/>
              <a:t>7/19/2025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42225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1200" y="1318302"/>
            <a:ext cx="8229600" cy="2621154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4039647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2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19A73-9EF0-435E-951F-A4ACE59FBD85}" type="datetime1">
              <a:rPr lang="en-US" smtClean="0"/>
              <a:t>7/19/2025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2542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" y="5218032"/>
            <a:ext cx="11460480" cy="786384"/>
          </a:xfrm>
        </p:spPr>
        <p:txBody>
          <a:bodyPr anchor="b">
            <a:normAutofit/>
          </a:bodyPr>
          <a:lstStyle>
            <a:lvl1pPr algn="l"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760" y="5972629"/>
            <a:ext cx="11460480" cy="480373"/>
          </a:xfrm>
        </p:spPr>
        <p:txBody>
          <a:bodyPr anchor="t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1999" cy="4986425"/>
          </a:xfrm>
          <a:blipFill dpi="0" rotWithShape="1">
            <a:blip r:embed="rId2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A6C9C7-A264-237A-7F3C-46E6A7A9646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C72BE8CE-6011-4887-8688-8D57691F11AD}" type="datetime1">
              <a:rPr lang="en-US" smtClean="0"/>
              <a:t>7/19/2025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5B8C48-05E9-5280-3F6A-22F8BCBB477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BC820F-C031-6832-5CA0-B972903E0D5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71167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68896" y="1129554"/>
            <a:ext cx="4361688" cy="3475236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68897" y="4731335"/>
            <a:ext cx="4206240" cy="1184585"/>
          </a:xfrm>
        </p:spPr>
        <p:txBody>
          <a:bodyPr anchor="t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584950" cy="6858000"/>
          </a:xfrm>
          <a:blipFill dpi="0" rotWithShape="1">
            <a:blip r:embed="rId2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68895" y="6453002"/>
            <a:ext cx="170762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86426EA-0386-4881-8D6D-3F08C95C4A7F}" type="datetime1">
              <a:rPr lang="en-US" smtClean="0"/>
              <a:t>7/19/2025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14886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" y="411480"/>
            <a:ext cx="4654296" cy="3739896"/>
          </a:xfrm>
        </p:spPr>
        <p:txBody>
          <a:bodyPr anchor="t">
            <a:normAutofit/>
          </a:bodyPr>
          <a:lstStyle>
            <a:lvl1pPr algn="l">
              <a:defRPr sz="5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760" y="4873752"/>
            <a:ext cx="4206240" cy="1380744"/>
          </a:xfrm>
        </p:spPr>
        <p:txBody>
          <a:bodyPr anchor="b">
            <a:normAutofit/>
          </a:bodyPr>
          <a:lstStyle>
            <a:lvl1pPr marL="0" indent="0" algn="l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596128" y="0"/>
            <a:ext cx="6595872" cy="6858000"/>
          </a:xfrm>
          <a:blipFill dpi="0" rotWithShape="1">
            <a:blip r:embed="rId2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37160" y="6453002"/>
            <a:ext cx="1951777" cy="365125"/>
          </a:xfrm>
        </p:spPr>
        <p:txBody>
          <a:bodyPr/>
          <a:lstStyle/>
          <a:p>
            <a:fld id="{1FE1A989-42EF-40B2-87AB-6941C231CD4A}" type="datetime1">
              <a:rPr lang="en-US" smtClean="0"/>
              <a:t>7/19/2025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2088937" y="6453002"/>
            <a:ext cx="2805405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4844578" y="6453002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46012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4320" y="1801368"/>
            <a:ext cx="7772400" cy="4572000"/>
          </a:xfrm>
        </p:spPr>
        <p:txBody>
          <a:bodyPr anchor="b">
            <a:normAutofit/>
          </a:bodyPr>
          <a:lstStyle>
            <a:lvl1pPr algn="l">
              <a:defRPr sz="7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2A7A0-B9EE-41A8-8016-28E5803F20B2}" type="datetime1">
              <a:rPr lang="en-US" smtClean="0"/>
              <a:t>7/19/2025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3166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4320" y="1801368"/>
            <a:ext cx="7772400" cy="4572000"/>
          </a:xfrm>
        </p:spPr>
        <p:txBody>
          <a:bodyPr anchor="b">
            <a:normAutofit/>
          </a:bodyPr>
          <a:lstStyle>
            <a:lvl1pPr algn="l">
              <a:defRPr sz="7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5176" y="484632"/>
            <a:ext cx="7772400" cy="59436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2A7A0-B9EE-41A8-8016-28E5803F20B2}" type="datetime1">
              <a:rPr lang="en-US" smtClean="0"/>
              <a:t>7/19/2025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22480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64108"/>
            <a:ext cx="8467558" cy="1554480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7" y="2333860"/>
            <a:ext cx="8467558" cy="3689909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400"/>
            </a:lvl1pPr>
            <a:lvl2pPr marL="685800" indent="-457200">
              <a:buFont typeface="+mj-lt"/>
              <a:buAutoNum type="arabicPeriod"/>
              <a:defRPr sz="2000"/>
            </a:lvl2pPr>
            <a:lvl3pPr marL="800100" indent="-342900">
              <a:buFont typeface="+mj-lt"/>
              <a:buAutoNum type="arabicPeriod"/>
              <a:defRPr sz="1800"/>
            </a:lvl3pPr>
            <a:lvl4pPr marL="1028700" indent="-342900">
              <a:buFont typeface="+mj-lt"/>
              <a:buAutoNum type="arabicPeriod"/>
              <a:defRPr sz="1600"/>
            </a:lvl4pPr>
            <a:lvl5pPr marL="12573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0B404-9532-4DA8-8A40-EC339A5BE635}" type="datetime1">
              <a:rPr lang="en-US" smtClean="0"/>
              <a:t>7/19/2025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35604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0" y="1161288"/>
            <a:ext cx="4663440" cy="1554480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9AC20259-235D-F9C3-3788-C1457976F5A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6099048" cy="6858000"/>
          </a:xfrm>
          <a:blipFill dpi="0" rotWithShape="1">
            <a:blip r:embed="rId2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58000" y="2825496"/>
            <a:ext cx="4663440" cy="3337560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000"/>
            </a:lvl1pPr>
            <a:lvl2pPr marL="571500" indent="-342900">
              <a:buFont typeface="+mj-lt"/>
              <a:buAutoNum type="arabicPeriod"/>
              <a:defRPr sz="1800"/>
            </a:lvl2pPr>
            <a:lvl3pPr marL="800100" indent="-342900">
              <a:buFont typeface="+mj-lt"/>
              <a:buAutoNum type="arabicPeriod"/>
              <a:defRPr sz="1600"/>
            </a:lvl3pPr>
            <a:lvl4pPr marL="1028700" indent="-342900">
              <a:buFont typeface="+mj-lt"/>
              <a:buAutoNum type="arabicPeriod"/>
              <a:defRPr sz="1400"/>
            </a:lvl4pPr>
            <a:lvl5pPr>
              <a:buFont typeface="+mj-lt"/>
              <a:buAutoNum type="arabicPeriod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57999" y="6453002"/>
            <a:ext cx="1996689" cy="365125"/>
          </a:xfrm>
        </p:spPr>
        <p:txBody>
          <a:bodyPr/>
          <a:lstStyle/>
          <a:p>
            <a:fld id="{8A60B404-9532-4DA8-8A40-EC339A5BE635}" type="datetime1">
              <a:rPr lang="en-US" smtClean="0"/>
              <a:t>7/19/2025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44432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 1 (Ma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" y="151598"/>
            <a:ext cx="11924209" cy="528186"/>
          </a:xfrm>
        </p:spPr>
        <p:txBody>
          <a:bodyPr anchor="ctr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" y="776036"/>
            <a:ext cx="11924209" cy="567696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6A364-A39C-470E-B89A-9BD899585684}" type="datetime1">
              <a:rPr lang="en-US" smtClean="0"/>
              <a:t>7/19/2025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58868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Only (Ma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-1325880"/>
            <a:ext cx="10515600" cy="1325880"/>
          </a:xfrm>
        </p:spPr>
        <p:txBody>
          <a:bodyPr anchor="ctr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" y="367091"/>
            <a:ext cx="11924209" cy="612381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C69CE-4771-4BFA-AD70-0E51ABA58D6D}" type="datetime1">
              <a:rPr lang="en-US" smtClean="0"/>
              <a:t>7/19/2025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38919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E4242-8CA0-457D-B3B1-7D78B4164321}" type="datetime1">
              <a:rPr lang="en-US" smtClean="0"/>
              <a:t>7/19/2025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64916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347" y="2385975"/>
            <a:ext cx="4325112" cy="2454796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3800" y="2386584"/>
            <a:ext cx="4325112" cy="2459736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D6F41-6645-4089-A6BB-7B692A44A4CC}" type="datetime1">
              <a:rPr lang="en-US" smtClean="0"/>
              <a:t>7/19/2025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14999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347" y="2258568"/>
            <a:ext cx="3813048" cy="355701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2254250"/>
            <a:ext cx="4956175" cy="3556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B73AF-3955-4569-8B4F-B329360A9CBD}" type="datetime1">
              <a:rPr lang="en-US" smtClean="0"/>
              <a:t>7/19/2025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943461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8" y="1537853"/>
            <a:ext cx="4145582" cy="4638825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1538288"/>
            <a:ext cx="5681662" cy="4818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95276D-BBED-48BC-B459-1E9A16CF46CD}" type="datetime1">
              <a:rPr lang="en-US" smtClean="0"/>
              <a:t>7/19/2025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564245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7" y="877456"/>
            <a:ext cx="4142232" cy="4940661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22913" y="877456"/>
            <a:ext cx="6159500" cy="53908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38C57-8E3B-4697-92F8-0ED9B71F7E17}" type="datetime1">
              <a:rPr lang="en-US" smtClean="0"/>
              <a:t>7/19/2025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548756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533" y="548639"/>
            <a:ext cx="3494314" cy="5719639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04268" y="549274"/>
            <a:ext cx="7315200" cy="5806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DC593-EA98-4C39-A75F-3F3A9C691019}" type="datetime1">
              <a:rPr lang="en-US" smtClean="0"/>
              <a:t>7/19/2025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935039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8937" y="548640"/>
            <a:ext cx="6093225" cy="1143000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4793885" cy="6858000"/>
          </a:xfrm>
          <a:blipFill dpi="0" rotWithShape="1">
            <a:blip r:embed="rId2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38937" y="1828800"/>
            <a:ext cx="6071616" cy="44897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42B5C-5438-96A4-4A2A-AE939906F8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538937" y="6453002"/>
            <a:ext cx="3337584" cy="365125"/>
          </a:xfrm>
        </p:spPr>
        <p:txBody>
          <a:bodyPr/>
          <a:lstStyle/>
          <a:p>
            <a:fld id="{8FACD271-2BB0-4C13-9E3A-50B90F57CA5B}" type="datetime1">
              <a:rPr lang="en-US" smtClean="0"/>
              <a:t>7/19/2025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411157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6135624" cy="1143000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4" y="1828800"/>
            <a:ext cx="6135624" cy="44897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400544" y="0"/>
            <a:ext cx="4791456" cy="6858000"/>
          </a:xfrm>
          <a:blipFill dpi="0" rotWithShape="1">
            <a:blip r:embed="rId2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1177663-FC76-DF36-EEB7-5BE4C6C82F3A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9C4109C0-CC82-467C-B6E8-62D4D3634E2A}" type="datetime1">
              <a:rPr lang="en-US" smtClean="0"/>
              <a:t>7/19/2025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515DEC4-C967-ABFB-73CF-0A90335332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950591" y="6453002"/>
            <a:ext cx="2805405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5A5085F-BE80-B110-AA1F-9DD0919E27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6706232" y="6453002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937229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5736" y="320040"/>
            <a:ext cx="685800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4023360" cy="6858000"/>
          </a:xfrm>
          <a:blipFill dpi="0" rotWithShape="1">
            <a:blip r:embed="rId2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45736" y="1380744"/>
            <a:ext cx="685800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745736" y="6453002"/>
            <a:ext cx="3494314" cy="365125"/>
          </a:xfrm>
        </p:spPr>
        <p:txBody>
          <a:bodyPr/>
          <a:lstStyle/>
          <a:p>
            <a:fld id="{1A5F77D0-C28E-4573-88F0-0A30FF98888E}" type="datetime1">
              <a:rPr lang="en-US" smtClean="0"/>
              <a:t>7/19/2025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395781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320040"/>
            <a:ext cx="685800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7" y="1380744"/>
            <a:ext cx="685800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091732" y="0"/>
            <a:ext cx="4100267" cy="6858000"/>
          </a:xfrm>
          <a:blipFill dpi="0" rotWithShape="1">
            <a:blip r:embed="rId2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D1F1191D-5EC4-40DF-9DB6-A6385AB88B55}" type="datetime1">
              <a:rPr lang="en-US" smtClean="0"/>
              <a:t>7/19/2025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285799" y="6453002"/>
            <a:ext cx="2805405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041440" y="6453002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776716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3808" y="584339"/>
            <a:ext cx="4361688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611509" cy="6858000"/>
          </a:xfrm>
          <a:blipFill dpi="0" rotWithShape="1">
            <a:blip r:embed="rId2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253745" y="2212975"/>
            <a:ext cx="4362450" cy="4095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53745" y="6453002"/>
            <a:ext cx="1622776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EE468DAA-49F6-4492-82E6-75555EB31418}" type="datetime1">
              <a:rPr lang="en-US" smtClean="0"/>
              <a:t>7/19/2025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432641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83413"/>
            <a:ext cx="4361688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2212975"/>
            <a:ext cx="4360863" cy="4095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453002"/>
            <a:ext cx="2031073" cy="365125"/>
          </a:xfrm>
        </p:spPr>
        <p:txBody>
          <a:bodyPr/>
          <a:lstStyle/>
          <a:p>
            <a:fld id="{41D22668-A3AE-429F-A351-A1583BA90793}" type="datetime1">
              <a:rPr lang="en-US" smtClean="0"/>
              <a:t>7/19/2025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45480" y="0"/>
            <a:ext cx="6446520" cy="6858000"/>
          </a:xfrm>
          <a:blipFill dpi="0" rotWithShape="1">
            <a:blip r:embed="rId2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68233" y="6453002"/>
            <a:ext cx="280540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923874" y="6453002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45227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4553" y="320040"/>
            <a:ext cx="4522936" cy="9326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0"/>
            <a:ext cx="6492240" cy="6858000"/>
          </a:xfrm>
          <a:blipFill dpi="0" rotWithShape="1">
            <a:blip r:embed="rId2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04888" y="1380744"/>
            <a:ext cx="4512601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04491" y="6453002"/>
            <a:ext cx="1772029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B3A2E2B-8F4D-437C-9F55-5E913AFC716A}" type="datetime1">
              <a:rPr lang="en-US" smtClean="0"/>
              <a:t>7/19/2025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02323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320040"/>
            <a:ext cx="4572000" cy="9326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4" y="1380744"/>
            <a:ext cx="4572000" cy="4983480"/>
          </a:xfrm>
        </p:spPr>
        <p:txBody>
          <a:bodyPr/>
          <a:lstStyle>
            <a:lvl1pPr marL="0" indent="0">
              <a:buNone/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453002"/>
            <a:ext cx="2031073" cy="365125"/>
          </a:xfrm>
        </p:spPr>
        <p:txBody>
          <a:bodyPr/>
          <a:lstStyle/>
          <a:p>
            <a:fld id="{46C70014-48FC-4647-9615-BBD39F98887D}" type="datetime1">
              <a:rPr lang="en-US" smtClean="0"/>
              <a:t>7/19/2025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17720" y="0"/>
            <a:ext cx="6274279" cy="6858000"/>
          </a:xfrm>
          <a:blipFill dpi="0" rotWithShape="1">
            <a:blip r:embed="rId2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68233" y="6453002"/>
            <a:ext cx="280540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923874" y="6453002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460567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12663" y="583413"/>
            <a:ext cx="3401568" cy="152704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7584144" cy="6858000"/>
          </a:xfrm>
          <a:blipFill dpi="0" rotWithShape="1">
            <a:blip r:embed="rId2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212790" y="2212975"/>
            <a:ext cx="3401568" cy="4095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212663" y="6453002"/>
            <a:ext cx="922372" cy="365125"/>
          </a:xfrm>
        </p:spPr>
        <p:txBody>
          <a:bodyPr/>
          <a:lstStyle/>
          <a:p>
            <a:fld id="{C089F4EF-3CDF-46D7-ADF4-3A52C84FD8BE}" type="datetime1">
              <a:rPr lang="en-US" smtClean="0"/>
              <a:t>7/19/2025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9135035" y="6453002"/>
            <a:ext cx="2546891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47800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83413"/>
            <a:ext cx="3401568" cy="152704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2212975"/>
            <a:ext cx="3401568" cy="4095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453002"/>
            <a:ext cx="1067625" cy="365125"/>
          </a:xfrm>
        </p:spPr>
        <p:txBody>
          <a:bodyPr/>
          <a:lstStyle/>
          <a:p>
            <a:fld id="{E635C43F-DBB1-4D83-B442-E1529AA900C2}" type="datetime1">
              <a:rPr lang="en-US" smtClean="0"/>
              <a:t>7/19/2025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761780" y="0"/>
            <a:ext cx="7430219" cy="6858000"/>
          </a:xfrm>
          <a:blipFill dpi="0" rotWithShape="1">
            <a:blip r:embed="rId2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04785" y="6453002"/>
            <a:ext cx="280540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960426" y="6453002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158146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3102" y="1078992"/>
            <a:ext cx="3273552" cy="1942773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7781365" cy="6858000"/>
          </a:xfrm>
          <a:blipFill dpi="0" rotWithShape="1">
            <a:blip r:embed="rId2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44096" y="3099816"/>
            <a:ext cx="3273552" cy="295351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100"/>
            </a:lvl4pPr>
            <a:lvl5pPr marL="9144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43102" y="6453002"/>
            <a:ext cx="1003659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2D13F81E-C5BD-4314-B9B9-AAE2702F29D2}" type="datetime1">
              <a:rPr lang="en-US" smtClean="0"/>
              <a:t>7/19/2025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346761" y="6453002"/>
            <a:ext cx="2335165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053394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012268"/>
            <a:ext cx="3739896" cy="1390330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4635132"/>
          </a:xfrm>
          <a:blipFill dpi="0" rotWithShape="1">
            <a:blip r:embed="rId2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8C146-0A20-4029-98D5-9A42EEDF8B24}" type="datetime1">
              <a:rPr lang="en-US" smtClean="0"/>
              <a:t>7/19/2025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49240" y="5012267"/>
            <a:ext cx="6400800" cy="139033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217483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4162318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3778270"/>
          </a:xfrm>
          <a:blipFill dpi="0" rotWithShape="1">
            <a:blip r:embed="rId2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12A2F-57DF-45DA-A7E9-678FD33267B9}" type="datetime1">
              <a:rPr lang="en-US" smtClean="0"/>
              <a:t>7/19/2025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4162318"/>
            <a:ext cx="7772400" cy="224028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200"/>
            </a:lvl4pPr>
            <a:lvl5pPr marL="1085850" indent="-171450"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429138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61425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3079730"/>
            <a:ext cx="12192000" cy="3778270"/>
          </a:xfrm>
          <a:blipFill dpi="0" rotWithShape="1">
            <a:blip r:embed="rId2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59778"/>
            <a:ext cx="3494314" cy="365125"/>
          </a:xfrm>
        </p:spPr>
        <p:txBody>
          <a:bodyPr/>
          <a:lstStyle/>
          <a:p>
            <a:fld id="{9128053F-E531-4885-B604-CF1A6DEEE405}" type="datetime1">
              <a:rPr lang="en-US" smtClean="0"/>
              <a:t>7/19/2025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561425"/>
            <a:ext cx="7772400" cy="224028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200"/>
            </a:lvl4pPr>
            <a:lvl5pPr marL="1085850" indent="-171450"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59778"/>
            <a:ext cx="2805405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59778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755037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603504"/>
            <a:ext cx="10972802" cy="970463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2645" y="1828800"/>
            <a:ext cx="6172200" cy="4425696"/>
          </a:xfrm>
          <a:blipFill dpi="0" rotWithShape="1">
            <a:blip r:embed="rId2" cstate="print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27395" y="1828800"/>
            <a:ext cx="4251960" cy="442887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6791B-F730-470C-BD5E-FFF8D449589F}" type="datetime1">
              <a:rPr lang="en-US" smtClean="0"/>
              <a:t>7/19/2025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249002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39"/>
            <a:ext cx="4672584" cy="145389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2648" y="2290890"/>
            <a:ext cx="4672584" cy="4041648"/>
          </a:xfrm>
          <a:blipFill dpi="0" rotWithShape="1">
            <a:blip r:embed="rId2" cstate="print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549275"/>
            <a:ext cx="5585925" cy="57832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3FE0C-303A-49D2-B22C-9FE8AE7D9EF1}" type="datetime1">
              <a:rPr lang="en-US" smtClean="0"/>
              <a:t>7/19/2025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852786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8" y="550217"/>
            <a:ext cx="3657603" cy="1453896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1521" y="2295144"/>
            <a:ext cx="3490176" cy="4041648"/>
          </a:xfrm>
          <a:blipFill dpi="0" rotWithShape="1">
            <a:blip r:embed="rId2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016500" y="549275"/>
            <a:ext cx="6561138" cy="5759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3859A7-84EB-4384-87AF-59CC16704CF8}" type="datetime1">
              <a:rPr lang="en-US" smtClean="0"/>
              <a:t>7/19/2025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563730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ig Numb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39496" y="566928"/>
            <a:ext cx="10826496" cy="4334256"/>
          </a:xfrm>
        </p:spPr>
        <p:txBody>
          <a:bodyPr anchor="b">
            <a:normAutofit/>
          </a:bodyPr>
          <a:lstStyle>
            <a:lvl1pPr algn="l">
              <a:defRPr sz="232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##%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4944" y="4718304"/>
            <a:ext cx="5897880" cy="1353312"/>
          </a:xfrm>
        </p:spPr>
        <p:txBody>
          <a:bodyPr anchor="t">
            <a:normAutofit/>
          </a:bodyPr>
          <a:lstStyle>
            <a:lvl1pPr marL="0" indent="0" algn="l">
              <a:buNone/>
              <a:defRPr sz="2800" cap="none" baseline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D3D17-73C9-402C-91E7-BA73E6829C50}" type="datetime1">
              <a:rPr lang="en-US" smtClean="0"/>
              <a:t>7/19/2025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1024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ig Numb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22960" y="603504"/>
            <a:ext cx="10543032" cy="4206240"/>
          </a:xfrm>
        </p:spPr>
        <p:txBody>
          <a:bodyPr anchor="b">
            <a:normAutofit/>
          </a:bodyPr>
          <a:lstStyle>
            <a:lvl1pPr algn="ctr">
              <a:defRPr sz="232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##%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77440" y="4809744"/>
            <a:ext cx="7525512" cy="1545336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 cap="none" baseline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A7CDD-9512-40CC-9351-FC0DE186CFBD}" type="datetime1">
              <a:rPr lang="en-US" smtClean="0"/>
              <a:t>7/19/2025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03020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ig Number 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93814EA-F598-EBFD-83D1-6782D7CBB598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22960" y="603504"/>
            <a:ext cx="10543032" cy="4206240"/>
          </a:xfrm>
        </p:spPr>
        <p:txBody>
          <a:bodyPr anchor="b">
            <a:normAutofit/>
          </a:bodyPr>
          <a:lstStyle>
            <a:lvl1pPr algn="ctr">
              <a:defRPr sz="2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##%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77440" y="4809744"/>
            <a:ext cx="7525512" cy="1545336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 cap="none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83EFCC7-B7E8-4ABE-BBCB-C75FD27800CD}" type="datetime1">
              <a:rPr lang="en-US" smtClean="0"/>
              <a:t>7/19/2025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6049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735E4-737B-43D4-B991-92C3D63DE68F}" type="datetime1">
              <a:rPr lang="en-US" smtClean="0"/>
              <a:t>7/19/2025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548640"/>
            <a:ext cx="8266176" cy="5605272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None/>
              <a:defRPr sz="5000" b="1"/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8830347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Quot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99616" y="1188720"/>
            <a:ext cx="9198864" cy="3657600"/>
          </a:xfrm>
        </p:spPr>
        <p:txBody>
          <a:bodyPr anchor="ctr">
            <a:normAutofit/>
          </a:bodyPr>
          <a:lstStyle>
            <a:lvl1pPr marL="137160" indent="-137160" algn="l">
              <a:lnSpc>
                <a:spcPct val="100000"/>
              </a:lnSpc>
              <a:defRPr sz="4000" b="0"/>
            </a:lvl1pPr>
          </a:lstStyle>
          <a:p>
            <a:r>
              <a:rPr lang="en-US" dirty="0"/>
              <a:t>Click to edit Quote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654972" y="5428752"/>
            <a:ext cx="9043508" cy="466344"/>
          </a:xfrm>
        </p:spPr>
        <p:txBody>
          <a:bodyPr anchor="ctr">
            <a:normAutofit/>
          </a:bodyPr>
          <a:lstStyle>
            <a:lvl1pPr marL="0" indent="0" algn="l">
              <a:buNone/>
              <a:defRPr sz="22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Quote Author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3035D-22A0-4334-A9AE-2457016C8B47}" type="datetime1">
              <a:rPr lang="en-US" smtClean="0"/>
              <a:t>7/19/2025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29214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Quote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CE66BBE-3119-84C9-214F-FCCB3DF5A6F1}"/>
              </a:ext>
            </a:extLst>
          </p:cNvPr>
          <p:cNvSpPr/>
          <p:nvPr userDrawn="1"/>
        </p:nvSpPr>
        <p:spPr>
          <a:xfrm>
            <a:off x="0" y="1"/>
            <a:ext cx="121920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99616" y="1344168"/>
            <a:ext cx="9198864" cy="3291840"/>
          </a:xfrm>
        </p:spPr>
        <p:txBody>
          <a:bodyPr anchor="ctr">
            <a:normAutofit/>
          </a:bodyPr>
          <a:lstStyle>
            <a:lvl1pPr marL="137160" indent="-137160" algn="l">
              <a:lnSpc>
                <a:spcPct val="100000"/>
              </a:lnSpc>
              <a:defRPr sz="4000" b="0"/>
            </a:lvl1pPr>
          </a:lstStyle>
          <a:p>
            <a:r>
              <a:rPr lang="en-US" dirty="0"/>
              <a:t>Click to edit Quote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655064" y="5349240"/>
            <a:ext cx="9043416" cy="466344"/>
          </a:xfrm>
        </p:spPr>
        <p:txBody>
          <a:bodyPr anchor="ctr">
            <a:normAutofit/>
          </a:bodyPr>
          <a:lstStyle>
            <a:lvl1pPr marL="0" indent="0" algn="l">
              <a:buNone/>
              <a:defRPr sz="2200" b="1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Quote Author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247CA6-BC1D-429A-A289-4E939E49554A}" type="datetime1">
              <a:rPr lang="en-US" smtClean="0"/>
              <a:t>7/19/2025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43058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12648" y="1234440"/>
            <a:ext cx="8961120" cy="3169920"/>
          </a:xfrm>
        </p:spPr>
        <p:txBody>
          <a:bodyPr anchor="ctr">
            <a:normAutofit/>
          </a:bodyPr>
          <a:lstStyle>
            <a:lvl1pPr marL="137160" indent="-137160" algn="l">
              <a:lnSpc>
                <a:spcPct val="100000"/>
              </a:lnSpc>
              <a:defRPr sz="4400" b="0"/>
            </a:lvl1pPr>
          </a:lstStyle>
          <a:p>
            <a:r>
              <a:rPr lang="en-US" dirty="0"/>
              <a:t>Click to edit Quote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66651" y="5669280"/>
            <a:ext cx="8807117" cy="466344"/>
          </a:xfrm>
        </p:spPr>
        <p:txBody>
          <a:bodyPr anchor="ctr">
            <a:normAutofit/>
          </a:bodyPr>
          <a:lstStyle>
            <a:lvl1pPr marL="0" indent="0" algn="l">
              <a:buNone/>
              <a:defRPr sz="22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Quote Author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418BD-2BA9-41CB-AB89-625779A7563D}" type="datetime1">
              <a:rPr lang="en-US" smtClean="0"/>
              <a:t>7/19/2025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80854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4DC103C-4E45-07FA-2734-5BAE2624DC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2775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88F1ED9-CE64-0191-F909-FDC002A7456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65B10-D26A-480A-9509-A9831C5E60D8}" type="datetime1">
              <a:rPr lang="en-US" smtClean="0"/>
              <a:t>7/19/2025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653521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86E5640-DE07-46FE-2EFB-FCD8C5238D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600" y="2387600"/>
            <a:ext cx="5157788" cy="3763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0D5795C-6228-AA6F-1CF7-AD7010686B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72200" y="2387600"/>
            <a:ext cx="5183188" cy="3763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CB42A-67CE-499B-A4FA-7D4E4469B142}" type="datetime1">
              <a:rPr lang="en-US" smtClean="0"/>
              <a:t>7/19/2025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217419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E5040-F7E0-40EC-B8E9-CED28200FAA3}" type="datetime1">
              <a:rPr lang="en-US" smtClean="0"/>
              <a:t>7/19/2025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901403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FF128-BAC7-4E0D-8F77-28A571D93B6F}" type="datetime1">
              <a:rPr lang="en-US" smtClean="0"/>
              <a:t>7/19/2025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01962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2311121"/>
            <a:ext cx="3595634" cy="3993263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5"/>
            <a:ext cx="6440258" cy="5755109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B3EA1-DD0C-4B8D-8364-52024B4530F1}" type="datetime1">
              <a:rPr lang="en-US" smtClean="0"/>
              <a:t>7/19/2025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349763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557784"/>
            <a:ext cx="6519080" cy="5779007"/>
          </a:xfrm>
          <a:blipFill dpi="0" rotWithShape="1">
            <a:blip r:embed="rId2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57344-9CC7-412D-8C20-072BE86D5A11}" type="datetime1">
              <a:rPr lang="en-US" smtClean="0"/>
              <a:t>7/19/2025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18192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6" y="1847088"/>
            <a:ext cx="7342307" cy="1133856"/>
          </a:xfrm>
        </p:spPr>
        <p:txBody>
          <a:bodyPr anchor="b">
            <a:no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775" y="3594099"/>
            <a:ext cx="10890374" cy="274320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987AA-E4E6-4FC1-BAD8-09A952212C58}" type="datetime1">
              <a:rPr lang="en-US" smtClean="0"/>
              <a:t>7/19/2025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702559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1627318"/>
            <a:ext cx="8430767" cy="1842020"/>
          </a:xfrm>
        </p:spPr>
        <p:txBody>
          <a:bodyPr anchor="b">
            <a:no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3622674"/>
            <a:ext cx="8430639" cy="1279615"/>
          </a:xfrm>
        </p:spPr>
        <p:txBody>
          <a:bodyPr>
            <a:noAutofit/>
          </a:bodyPr>
          <a:lstStyle>
            <a:lvl1pPr marL="0" indent="0">
              <a:buNone/>
              <a:defRPr sz="2400"/>
            </a:lvl1pPr>
            <a:lvl2pPr marL="228600" indent="0">
              <a:buNone/>
              <a:defRPr sz="2000"/>
            </a:lvl2pPr>
            <a:lvl3pPr marL="457200" indent="0">
              <a:buNone/>
              <a:defRPr sz="1800"/>
            </a:lvl3pPr>
            <a:lvl4pPr marL="685800" indent="0">
              <a:buNone/>
              <a:defRPr sz="16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CF65F-0E21-48DE-8D75-4BF66A547E8E}" type="datetime1">
              <a:rPr lang="en-US" smtClean="0"/>
              <a:t>7/19/2025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74640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D291CE83-67BA-4B15-B48A-7DC5C0636664}" type="datetime1">
              <a:rPr lang="en-US" smtClean="0"/>
              <a:t>7/19/2025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3232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6" r:id="rId46"/>
    <p:sldLayoutId id="2147483707" r:id="rId47"/>
    <p:sldLayoutId id="2147483708" r:id="rId48"/>
    <p:sldLayoutId id="2147483709" r:id="rId49"/>
    <p:sldLayoutId id="2147483710" r:id="rId50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>
          <p15:clr>
            <a:srgbClr val="F26B43"/>
          </p15:clr>
        </p15:guide>
        <p15:guide id="6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9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7.xml"/><Relationship Id="rId4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9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3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6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BD6C9A-1402-BE9D-7B2A-BC65A73A81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68896" y="1129554"/>
            <a:ext cx="4361688" cy="3475236"/>
          </a:xfrm>
        </p:spPr>
        <p:txBody>
          <a:bodyPr anchor="b">
            <a:normAutofit/>
          </a:bodyPr>
          <a:lstStyle/>
          <a:p>
            <a:r>
              <a:rPr lang="es-CR" sz="4200" noProof="1"/>
              <a:t>Ocultando Información a Plena Vista.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716C36-753B-2F86-0F14-5DB2CFB18F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68897" y="4731335"/>
            <a:ext cx="4206240" cy="1184585"/>
          </a:xfrm>
        </p:spPr>
        <p:txBody>
          <a:bodyPr anchor="t">
            <a:normAutofit/>
          </a:bodyPr>
          <a:lstStyle/>
          <a:p>
            <a:r>
              <a:rPr lang="es-CR" noProof="1"/>
              <a:t>Introducción a Estenografía</a:t>
            </a:r>
          </a:p>
        </p:txBody>
      </p:sp>
      <p:pic>
        <p:nvPicPr>
          <p:cNvPr id="6" name="Picture 5" descr="Scan of a human brain in a neurology clinic">
            <a:extLst>
              <a:ext uri="{FF2B5EF4-FFF2-40B4-BE49-F238E27FC236}">
                <a16:creationId xmlns:a16="http://schemas.microsoft.com/office/drawing/2014/main" id="{3471ADC7-3367-AD5A-3E44-2E899C78549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986"/>
          <a:stretch>
            <a:fillRect/>
          </a:stretch>
        </p:blipFill>
        <p:spPr>
          <a:xfrm>
            <a:off x="20" y="10"/>
            <a:ext cx="6584930" cy="685799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189755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2" presetClass="entr" presetSubtype="0" fill="hold" grpId="1" nodeType="withEffect">
                                  <p:stCondLst>
                                    <p:cond delay="25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3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Sobre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Expositor. </a:t>
            </a:r>
            <a:endParaRPr dirty="0"/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Eduardo Vindas Cordoba. </a:t>
            </a:r>
            <a:br>
              <a:rPr lang="en-US" dirty="0"/>
            </a:br>
            <a:r>
              <a:rPr lang="en-US" dirty="0"/>
              <a:t>	</a:t>
            </a:r>
            <a:r>
              <a:rPr lang="es-ES" dirty="0"/>
              <a:t>Profesional en Ciberseguridad y Desarrollo de Software con más de 15 años de experiencia en ciberseguridad, desarrollo de aplicaciones, Sistemas Operativos</a:t>
            </a:r>
            <a:br>
              <a:rPr lang="es-ES" dirty="0"/>
            </a:br>
            <a:br>
              <a:rPr lang="es-ES" dirty="0"/>
            </a:br>
            <a:r>
              <a:rPr lang="es-ES" dirty="0"/>
              <a:t>5 años de Experiencia con Windows </a:t>
            </a:r>
            <a:r>
              <a:rPr lang="es-ES" dirty="0" err="1"/>
              <a:t>Kernel</a:t>
            </a:r>
            <a:r>
              <a:rPr lang="es-ES" dirty="0"/>
              <a:t> </a:t>
            </a:r>
            <a:r>
              <a:rPr lang="es-ES" dirty="0" err="1"/>
              <a:t>Debugging</a:t>
            </a:r>
            <a:r>
              <a:rPr lang="es-ES" dirty="0"/>
              <a:t>, Reverse </a:t>
            </a:r>
            <a:r>
              <a:rPr lang="es-ES" dirty="0" err="1"/>
              <a:t>engineer</a:t>
            </a:r>
            <a:r>
              <a:rPr lang="es-ES" dirty="0"/>
              <a:t>,  como Windows </a:t>
            </a:r>
            <a:r>
              <a:rPr lang="es-ES" dirty="0" err="1"/>
              <a:t>Escalation</a:t>
            </a:r>
            <a:r>
              <a:rPr lang="es-ES" dirty="0"/>
              <a:t> </a:t>
            </a:r>
            <a:r>
              <a:rPr lang="es-ES" dirty="0" err="1"/>
              <a:t>Engineer</a:t>
            </a:r>
            <a:r>
              <a:rPr lang="es-ES" dirty="0"/>
              <a:t> en Microsoft. </a:t>
            </a:r>
          </a:p>
          <a:p>
            <a:pPr marL="0" indent="0">
              <a:buNone/>
            </a:pPr>
            <a:r>
              <a:rPr lang="es-ES" dirty="0"/>
              <a:t>10+ años de experiencia como desarrollador en múltiples lenguajes. (java, C#, C/C++) </a:t>
            </a:r>
          </a:p>
          <a:p>
            <a:pPr marL="0" indent="0">
              <a:buNone/>
            </a:pPr>
            <a:r>
              <a:rPr lang="es-ES" dirty="0" err="1"/>
              <a:t>Msc</a:t>
            </a:r>
            <a:r>
              <a:rPr lang="es-ES" dirty="0"/>
              <a:t> en Ciberseguridad de la Universidad </a:t>
            </a:r>
            <a:r>
              <a:rPr lang="es-ES" dirty="0" err="1"/>
              <a:t>Cenfotec</a:t>
            </a:r>
            <a:r>
              <a:rPr lang="es-ES" dirty="0"/>
              <a:t>. </a:t>
            </a:r>
          </a:p>
          <a:p>
            <a:pPr marL="0" indent="0"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908657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D1DD0C-D37B-840A-807C-6B1C9F4D31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0" y="1161288"/>
            <a:ext cx="4663440" cy="155448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s-CR" b="1" kern="1200" noProof="1">
                <a:latin typeface="+mj-lt"/>
                <a:ea typeface="+mj-ea"/>
                <a:cs typeface="+mj-cs"/>
              </a:rPr>
              <a:t>Definiendo Estenografía</a:t>
            </a:r>
          </a:p>
        </p:txBody>
      </p:sp>
      <p:pic>
        <p:nvPicPr>
          <p:cNvPr id="6" name="Picture 5" descr="A hand holding a magnifying glass looking through a magnifying glass&#10;&#10;AI-generated content may be incorrect.">
            <a:extLst>
              <a:ext uri="{FF2B5EF4-FFF2-40B4-BE49-F238E27FC236}">
                <a16:creationId xmlns:a16="http://schemas.microsoft.com/office/drawing/2014/main" id="{19D4D403-8B53-2B85-D023-41E56F8888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94334"/>
            <a:ext cx="6099048" cy="4269332"/>
          </a:xfrm>
          <a:prstGeom prst="rect">
            <a:avLst/>
          </a:prstGeom>
          <a:noFill/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2138D33-C750-4B55-8EE2-6C687E3DA824}"/>
              </a:ext>
            </a:extLst>
          </p:cNvPr>
          <p:cNvSpPr txBox="1"/>
          <p:nvPr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6858000" y="2825496"/>
            <a:ext cx="4663440" cy="3337560"/>
          </a:xfrm>
          <a:prstGeom prst="rect">
            <a:avLst/>
          </a:prstGeom>
        </p:spPr>
        <p:txBody>
          <a:bodyPr>
            <a:normAutofit fontScale="47500" lnSpcReduction="20000"/>
          </a:bodyPr>
          <a:lstStyle/>
          <a:p>
            <a:pPr marL="0" indent="0">
              <a:spcBef>
                <a:spcPts val="2500"/>
              </a:spcBef>
              <a:buFont typeface="+mj-lt"/>
              <a:buNone/>
            </a:pPr>
            <a:r>
              <a:rPr lang="es-CR" sz="3800" b="1" noProof="1"/>
              <a:t>La esteganografía es la práctica de ocultar información dentro de otro mensaje u objeto</a:t>
            </a:r>
          </a:p>
          <a:p>
            <a:pPr marL="0" indent="0">
              <a:spcBef>
                <a:spcPts val="2500"/>
              </a:spcBef>
              <a:buFont typeface="+mj-lt"/>
              <a:buNone/>
            </a:pPr>
            <a:endParaRPr lang="es-CR" sz="3800" b="1" noProof="1"/>
          </a:p>
          <a:p>
            <a:pPr marL="0" indent="0">
              <a:spcBef>
                <a:spcPts val="2500"/>
              </a:spcBef>
              <a:buFont typeface="+mj-lt"/>
              <a:buNone/>
            </a:pPr>
            <a:r>
              <a:rPr lang="es-CR" sz="3800" b="1" noProof="1"/>
              <a:t>Origen</a:t>
            </a:r>
          </a:p>
          <a:p>
            <a:pPr marL="0" indent="0">
              <a:spcBef>
                <a:spcPts val="2500"/>
              </a:spcBef>
              <a:buFont typeface="+mj-lt"/>
              <a:buNone/>
            </a:pPr>
            <a:r>
              <a:rPr lang="es-CR" sz="3800" b="1" noProof="1"/>
              <a:t>Del latín moderno steganographia, y este del griego στεγανός steganós 'bien cubierto’, escondido', 'opaco' y -γραφία -graphía '-grafía’.  Que significa Escritura. </a:t>
            </a:r>
          </a:p>
          <a:p>
            <a:pPr marL="0" indent="0">
              <a:spcBef>
                <a:spcPts val="2500"/>
              </a:spcBef>
              <a:buFont typeface="+mj-lt"/>
              <a:buNone/>
            </a:pPr>
            <a:endParaRPr lang="es-CR" sz="1400" b="1" noProof="1"/>
          </a:p>
          <a:p>
            <a:pPr marL="0" indent="0">
              <a:spcBef>
                <a:spcPts val="2500"/>
              </a:spcBef>
              <a:buFont typeface="+mj-lt"/>
              <a:buNone/>
            </a:pPr>
            <a:endParaRPr lang="es-CR" sz="1400" b="1" noProof="1"/>
          </a:p>
        </p:txBody>
      </p:sp>
    </p:spTree>
    <p:extLst>
      <p:ext uri="{BB962C8B-B14F-4D97-AF65-F5344CB8AC3E}">
        <p14:creationId xmlns:p14="http://schemas.microsoft.com/office/powerpoint/2010/main" val="121389976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A9930-8D4D-57C2-9454-B2CCEE85EC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R" noProof="1"/>
              <a:t>Diferencias con Crytpografia</a:t>
            </a:r>
          </a:p>
        </p:txBody>
      </p:sp>
      <p:pic>
        <p:nvPicPr>
          <p:cNvPr id="6" name="Picture Placeholder 5" descr="A magnifying glass with a word on it&#10;&#10;AI-generated content may be incorrect.">
            <a:extLst>
              <a:ext uri="{FF2B5EF4-FFF2-40B4-BE49-F238E27FC236}">
                <a16:creationId xmlns:a16="http://schemas.microsoft.com/office/drawing/2014/main" id="{C48CE9F2-AF65-1DDD-E17F-D34D89FB4875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176" r="12176"/>
          <a:stretch>
            <a:fillRect/>
          </a:stretch>
        </p:blipFill>
        <p:spPr/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22F714-CD25-A226-5825-433D4D07ABD2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CR" noProof="1"/>
              <a:t>Definicion:</a:t>
            </a:r>
          </a:p>
          <a:p>
            <a:pPr marL="514350" lvl="1" indent="-285750">
              <a:buFont typeface="Arial" panose="020B0604020202020204" pitchFamily="34" charset="0"/>
              <a:buChar char="•"/>
            </a:pPr>
            <a:r>
              <a:rPr lang="es-CR" noProof="1"/>
              <a:t>Crypto: Secreto</a:t>
            </a:r>
          </a:p>
          <a:p>
            <a:pPr marL="514350" lvl="1" indent="-285750">
              <a:buFont typeface="Arial" panose="020B0604020202020204" pitchFamily="34" charset="0"/>
              <a:buChar char="•"/>
            </a:pPr>
            <a:r>
              <a:rPr lang="es-CR" noProof="1"/>
              <a:t>Stegnos: Ocultar</a:t>
            </a:r>
          </a:p>
          <a:p>
            <a:r>
              <a:rPr lang="es-CR" noProof="1"/>
              <a:t>Un método no busca ocultar sino crear un comunicado secreto.</a:t>
            </a:r>
          </a:p>
        </p:txBody>
      </p:sp>
    </p:spTree>
    <p:extLst>
      <p:ext uri="{BB962C8B-B14F-4D97-AF65-F5344CB8AC3E}">
        <p14:creationId xmlns:p14="http://schemas.microsoft.com/office/powerpoint/2010/main" val="14242148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6D6442-83C5-B36A-2E7B-EFED49C4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12663" y="583413"/>
            <a:ext cx="3401568" cy="152704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s-CR" sz="2800" noProof="1"/>
              <a:t>Diferencias con Crytpografia</a:t>
            </a:r>
            <a:endParaRPr lang="es-CR" sz="2500" b="1" kern="1200" noProof="1">
              <a:latin typeface="+mj-lt"/>
              <a:ea typeface="+mj-ea"/>
              <a:cs typeface="+mj-cs"/>
            </a:endParaRPr>
          </a:p>
        </p:txBody>
      </p:sp>
      <p:pic>
        <p:nvPicPr>
          <p:cNvPr id="4" name="Content Placeholder 3" descr="Flag of the Federated States of Micronesia on a computer binary codes falling from the top and fading away.">
            <a:extLst>
              <a:ext uri="{FF2B5EF4-FFF2-40B4-BE49-F238E27FC236}">
                <a16:creationId xmlns:a16="http://schemas.microsoft.com/office/drawing/2014/main" id="{02631C34-6DA7-4EEE-9F19-602E317CB6A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tretch/>
        </p:blipFill>
        <p:spPr>
          <a:xfrm>
            <a:off x="0" y="1419202"/>
            <a:ext cx="7584144" cy="4019596"/>
          </a:xfrm>
          <a:noFill/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83CCDEA-197B-48CB-85BC-F1CF6021B229}"/>
              </a:ext>
            </a:extLst>
          </p:cNvPr>
          <p:cNvSpPr txBox="1"/>
          <p:nvPr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8212790" y="2212975"/>
            <a:ext cx="3401568" cy="409575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indent="0">
              <a:spcBef>
                <a:spcPts val="25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s-CR" sz="1300" b="1" noProof="1"/>
              <a:t>Metodos que se pueden complementar. </a:t>
            </a:r>
          </a:p>
          <a:p>
            <a:pPr marL="0" indent="0">
              <a:spcBef>
                <a:spcPts val="25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s-CR" sz="1300" noProof="1"/>
              <a:t>el Uso de ambas técnicas es posible para generar la seguridad y sigilo sobre la comunicación que se realiza. Sirviendo roles diferentes pero complementarios. </a:t>
            </a:r>
          </a:p>
        </p:txBody>
      </p:sp>
    </p:spTree>
    <p:extLst>
      <p:ext uri="{BB962C8B-B14F-4D97-AF65-F5344CB8AC3E}">
        <p14:creationId xmlns:p14="http://schemas.microsoft.com/office/powerpoint/2010/main" val="83262769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444406-F8E8-5C40-28DC-97DA46020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3102" y="1078992"/>
            <a:ext cx="3273552" cy="1942773"/>
          </a:xfrm>
        </p:spPr>
        <p:txBody>
          <a:bodyPr anchor="b">
            <a:normAutofit/>
          </a:bodyPr>
          <a:lstStyle/>
          <a:p>
            <a:r>
              <a:rPr lang="es-CR" noProof="1"/>
              <a:t>Aplicando estenografía</a:t>
            </a:r>
          </a:p>
        </p:txBody>
      </p:sp>
      <p:pic>
        <p:nvPicPr>
          <p:cNvPr id="12" name="Picture Placeholder 11" descr="A person standing in front of a model&#10;&#10;AI-generated content may be incorrect.">
            <a:extLst>
              <a:ext uri="{FF2B5EF4-FFF2-40B4-BE49-F238E27FC236}">
                <a16:creationId xmlns:a16="http://schemas.microsoft.com/office/drawing/2014/main" id="{45E3B1A4-18F1-7418-E055-C6C19DA6A5F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132" r="12130" b="-1"/>
          <a:stretch>
            <a:fillRect/>
          </a:stretch>
        </p:blipFill>
        <p:spPr>
          <a:xfrm>
            <a:off x="20" y="10"/>
            <a:ext cx="7781345" cy="6857990"/>
          </a:xfrm>
          <a:noFill/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D064E5-025D-70C0-93BE-20FBA811461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44096" y="3099816"/>
            <a:ext cx="3273552" cy="2953512"/>
          </a:xfrm>
        </p:spPr>
        <p:txBody>
          <a:bodyPr>
            <a:normAutofit/>
          </a:bodyPr>
          <a:lstStyle/>
          <a:p>
            <a:r>
              <a:rPr lang="es-CR" noProof="1"/>
              <a:t>Que usos se le da a Estenografía en Imágenes </a:t>
            </a:r>
          </a:p>
        </p:txBody>
      </p:sp>
    </p:spTree>
    <p:extLst>
      <p:ext uri="{BB962C8B-B14F-4D97-AF65-F5344CB8AC3E}">
        <p14:creationId xmlns:p14="http://schemas.microsoft.com/office/powerpoint/2010/main" val="18556421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61A172-EE74-5C7E-F95C-5D3A53CAD6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R" noProof="1"/>
              <a:t>Real-World Examples of Steganography in History</a:t>
            </a:r>
          </a:p>
        </p:txBody>
      </p:sp>
      <p:graphicFrame>
        <p:nvGraphicFramePr>
          <p:cNvPr id="4" name="Content Placeholder 4">
            <a:extLst>
              <a:ext uri="{FF2B5EF4-FFF2-40B4-BE49-F238E27FC236}">
                <a16:creationId xmlns:a16="http://schemas.microsoft.com/office/drawing/2014/main" id="{CDE90A9D-CD76-492C-A07C-66D0A1311C3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52898428"/>
              </p:ex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VisualTitledTextBox"/>
                  </p202:designTagLst>
                </p202:designPr>
              </p:ext>
            </p:extLst>
          </p:nvPr>
        </p:nvGraphicFramePr>
        <p:xfrm>
          <a:off x="137159" y="367091"/>
          <a:ext cx="11924209" cy="61238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84861C87-790B-2657-B895-B236ACB1364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81600" y="1071512"/>
            <a:ext cx="2893716" cy="1385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7655131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16DD4-AB51-EBCC-5B70-0CC2232B26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4320" y="1801368"/>
            <a:ext cx="7772400" cy="4572000"/>
          </a:xfrm>
        </p:spPr>
        <p:txBody>
          <a:bodyPr anchor="b">
            <a:normAutofit/>
          </a:bodyPr>
          <a:lstStyle/>
          <a:p>
            <a:r>
              <a:rPr lang="es-CR" noProof="1"/>
              <a:t>metadatos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5111618-2A0C-44DB-A551-7EF7871D0E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512" y="408432"/>
            <a:ext cx="4912223" cy="364921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287450A-D444-D1B2-1461-4AD7E91C39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4989" y="207740"/>
            <a:ext cx="8919550" cy="6165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637390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BA1DF3-0E73-A09B-3E8D-ECEDF4918F8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CR" noProof="1"/>
              <a:t>Metadatos CTF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9E6B014-0B00-274A-4285-4D9CA0EACA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43425" cy="52578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633ECC1-16C6-32BB-D472-EA939B23FA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8263" y="0"/>
            <a:ext cx="3862388" cy="379814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2731814-3717-C3C1-D969-46A0015CB3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58037" y="3388549"/>
            <a:ext cx="5033963" cy="3469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98187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3C4169-3CAE-51EE-BB5D-708ECCE27A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320040"/>
            <a:ext cx="6858000" cy="93268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s-CR" sz="2800" b="1" kern="1200" noProof="1">
                <a:latin typeface="+mj-lt"/>
                <a:ea typeface="+mj-ea"/>
                <a:cs typeface="+mj-cs"/>
              </a:rPr>
              <a:t>Imágenes Dentro de Imágenes.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EB9327-4E94-4026-B39F-E353B4E1514C}"/>
              </a:ext>
            </a:extLst>
          </p:cNvPr>
          <p:cNvSpPr txBox="1"/>
          <p:nvPr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612647" y="1380744"/>
            <a:ext cx="6858000" cy="498348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indent="0">
              <a:spcBef>
                <a:spcPts val="25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endParaRPr lang="es-CR" sz="1400" noProof="1"/>
          </a:p>
        </p:txBody>
      </p:sp>
      <p:pic>
        <p:nvPicPr>
          <p:cNvPr id="4" name="Content Placeholder 3" descr="Files on digital background">
            <a:extLst>
              <a:ext uri="{FF2B5EF4-FFF2-40B4-BE49-F238E27FC236}">
                <a16:creationId xmlns:a16="http://schemas.microsoft.com/office/drawing/2014/main" id="{93E2939A-94C3-43E8-BE46-AB9ED2D2E976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26398" r="28761"/>
          <a:stretch>
            <a:fillRect/>
          </a:stretch>
        </p:blipFill>
        <p:spPr>
          <a:xfrm>
            <a:off x="8091732" y="10"/>
            <a:ext cx="4100267" cy="6857990"/>
          </a:xfrm>
          <a:noFill/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7724CCF-B87F-FAC9-315D-6A15B12F4C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4648" y="-10"/>
            <a:ext cx="5087351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8B494C4-6793-7BC1-3C3A-E53CE17B2B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7292" y="1573149"/>
            <a:ext cx="4057876" cy="4791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028703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 nodePh="1">
                                  <p:stCondLst>
                                    <p:cond delay="25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69AF1-B73E-A865-6954-3BB47C3794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12663" y="583413"/>
            <a:ext cx="3401568" cy="152704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s-CR" noProof="1"/>
              <a:t>Imágenes Dentro de Imágenes. cont</a:t>
            </a:r>
            <a:endParaRPr lang="es-CR" b="1" kern="1200" noProof="1">
              <a:latin typeface="+mj-lt"/>
              <a:ea typeface="+mj-ea"/>
              <a:cs typeface="+mj-cs"/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671DAE6-D353-4D67-A65A-AB6D04535D2F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1558" r="36236"/>
          <a:stretch>
            <a:fillRect/>
          </a:stretch>
        </p:blipFill>
        <p:spPr>
          <a:xfrm>
            <a:off x="20" y="10"/>
            <a:ext cx="7584124" cy="6857990"/>
          </a:xfrm>
          <a:noFill/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BE42F8B-BED7-4E45-9EA5-A9B8093B237F}"/>
              </a:ext>
            </a:extLst>
          </p:cNvPr>
          <p:cNvSpPr txBox="1"/>
          <p:nvPr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8212790" y="2212975"/>
            <a:ext cx="3401568" cy="409575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285750" indent="-285750">
              <a:spcBef>
                <a:spcPts val="25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CR" sz="1400" b="1" noProof="1"/>
              <a:t>Imágenes ocultas en un Bit especifico. </a:t>
            </a:r>
            <a:r>
              <a:rPr lang="es-CR" sz="1400" noProof="1"/>
              <a:t>(ant)</a:t>
            </a:r>
          </a:p>
          <a:p>
            <a:pPr marL="285750" indent="-285750">
              <a:spcBef>
                <a:spcPts val="25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CR" sz="1400" b="1" noProof="1"/>
              <a:t>Imágenes ocultas en capas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2700CC4-A176-148F-1166-C2100CA39C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10"/>
            <a:ext cx="542049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023459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12B027-5BE5-610D-7332-D06762B7D5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 </a:t>
            </a:r>
            <a:r>
              <a:rPr lang="en-US" dirty="0" err="1"/>
              <a:t>StegnoPlus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818844F-EE71-32D0-70D5-823F91C8B33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C5A189-D182-B26E-1BFB-084A6D23F09E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9588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1EE32-A9D7-72A3-EF93-B1A73C499F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3102" y="1078992"/>
            <a:ext cx="3273552" cy="194277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s-CR" sz="3100" b="1" kern="1200" noProof="1">
                <a:latin typeface="+mj-lt"/>
                <a:ea typeface="+mj-ea"/>
                <a:cs typeface="+mj-cs"/>
              </a:rPr>
              <a:t>Jugando con Contraste</a:t>
            </a:r>
          </a:p>
        </p:txBody>
      </p:sp>
      <p:pic>
        <p:nvPicPr>
          <p:cNvPr id="4" name="Content Placeholder 3" descr="Internet of Things Concept">
            <a:extLst>
              <a:ext uri="{FF2B5EF4-FFF2-40B4-BE49-F238E27FC236}">
                <a16:creationId xmlns:a16="http://schemas.microsoft.com/office/drawing/2014/main" id="{B30DC66C-B8DA-4E3E-996C-ED2FBE46DB5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7465" r="16797" b="-1"/>
          <a:stretch>
            <a:fillRect/>
          </a:stretch>
        </p:blipFill>
        <p:spPr>
          <a:xfrm>
            <a:off x="20" y="10"/>
            <a:ext cx="7781345" cy="6857990"/>
          </a:xfrm>
          <a:noFill/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38273B2-18F6-4504-B880-0D9AAAFBC494}"/>
              </a:ext>
            </a:extLst>
          </p:cNvPr>
          <p:cNvSpPr txBox="1"/>
          <p:nvPr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8344096" y="3099816"/>
            <a:ext cx="3273552" cy="2953512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spcBef>
                <a:spcPts val="2500"/>
              </a:spcBef>
              <a:spcAft>
                <a:spcPts val="600"/>
              </a:spcAft>
              <a:buNone/>
            </a:pPr>
            <a:r>
              <a:rPr lang="es-CR" sz="900" b="1" noProof="1"/>
              <a:t>Hay ocasiones donde la imagen esconde un mensaje de forma muy superficial. </a:t>
            </a:r>
          </a:p>
          <a:p>
            <a:pPr marL="0" lvl="1" indent="0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buNone/>
            </a:pPr>
            <a:r>
              <a:rPr lang="es-CR" sz="900" noProof="1"/>
              <a:t>Y para encontrar lo que esconde podemos jugar con el contraste, colores y el brillo</a:t>
            </a:r>
          </a:p>
        </p:txBody>
      </p:sp>
      <p:pic>
        <p:nvPicPr>
          <p:cNvPr id="6" name="Picture 5" descr="A close-up of a document&#10;&#10;AI-generated content may be incorrect.">
            <a:extLst>
              <a:ext uri="{FF2B5EF4-FFF2-40B4-BE49-F238E27FC236}">
                <a16:creationId xmlns:a16="http://schemas.microsoft.com/office/drawing/2014/main" id="{78BBC672-0417-B149-916D-A44D0BD0DB1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600325" y="0"/>
            <a:ext cx="12192000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D3FCA0A-AF04-968F-A553-755150C549B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38670" y="4100757"/>
            <a:ext cx="5506010" cy="2679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322522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0B412-15AB-F3D1-98E6-56CCF614E6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4320" y="1801368"/>
            <a:ext cx="7772400" cy="4572000"/>
          </a:xfrm>
        </p:spPr>
        <p:txBody>
          <a:bodyPr anchor="b">
            <a:normAutofit/>
          </a:bodyPr>
          <a:lstStyle/>
          <a:p>
            <a:r>
              <a:rPr lang="es-CR" noProof="1"/>
              <a:t>Applicaciones de Estenografia en Ambitos Practicos.</a:t>
            </a:r>
          </a:p>
        </p:txBody>
      </p:sp>
    </p:spTree>
    <p:extLst>
      <p:ext uri="{BB962C8B-B14F-4D97-AF65-F5344CB8AC3E}">
        <p14:creationId xmlns:p14="http://schemas.microsoft.com/office/powerpoint/2010/main" val="327087328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C9E4B5-6769-8AE8-89FA-5F25CDDD82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320040"/>
            <a:ext cx="4572000" cy="93268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s-CR" sz="2000" noProof="1"/>
              <a:t>Malware. Y serialización</a:t>
            </a:r>
            <a:endParaRPr lang="es-CR" sz="2000" b="1" kern="1200" noProof="1">
              <a:latin typeface="+mj-lt"/>
              <a:ea typeface="+mj-ea"/>
              <a:cs typeface="+mj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CAC3540-5D89-48FC-83F7-2758DDB6533F}"/>
              </a:ext>
            </a:extLst>
          </p:cNvPr>
          <p:cNvSpPr txBox="1"/>
          <p:nvPr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612774" y="1380744"/>
            <a:ext cx="4572000" cy="498348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indent="0">
              <a:spcBef>
                <a:spcPts val="2500"/>
              </a:spcBef>
              <a:spcAft>
                <a:spcPts val="600"/>
              </a:spcAft>
              <a:buNone/>
            </a:pPr>
            <a:r>
              <a:rPr lang="es-CR" sz="1400" b="1" noProof="1"/>
              <a:t>Esta imagen guarda un malware </a:t>
            </a:r>
            <a:r>
              <a:rPr lang="es-CR" sz="1400" b="1" noProof="1">
                <a:sym typeface="Wingdings" panose="05000000000000000000" pitchFamily="2" charset="2"/>
              </a:rPr>
              <a:t> </a:t>
            </a:r>
            <a:endParaRPr lang="es-CR" sz="1400" noProof="1"/>
          </a:p>
        </p:txBody>
      </p:sp>
      <p:pic>
        <p:nvPicPr>
          <p:cNvPr id="4" name="Content Placeholder 3" descr="DNA code on large LED screen">
            <a:extLst>
              <a:ext uri="{FF2B5EF4-FFF2-40B4-BE49-F238E27FC236}">
                <a16:creationId xmlns:a16="http://schemas.microsoft.com/office/drawing/2014/main" id="{493C0CF2-A8FC-4F21-8E5E-3FE4DF3157AB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r="38931" b="-1"/>
          <a:stretch>
            <a:fillRect/>
          </a:stretch>
        </p:blipFill>
        <p:spPr>
          <a:xfrm>
            <a:off x="5917720" y="10"/>
            <a:ext cx="6274279" cy="6857990"/>
          </a:xfrm>
          <a:noFill/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0BFED58-903C-9365-13E5-84E11653A3E8}"/>
              </a:ext>
            </a:extLst>
          </p:cNvPr>
          <p:cNvSpPr txBox="1"/>
          <p:nvPr/>
        </p:nvSpPr>
        <p:spPr>
          <a:xfrm>
            <a:off x="-56147" y="636422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R" noProof="1"/>
              <a:t>https://www.youtube.com/watch?v=LwKOS10lblk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F010794-62F9-138D-9BAD-E33AB88611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7720" y="-14102"/>
            <a:ext cx="6274280" cy="6872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205059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8DD911-963D-3B7A-BF12-0FB6C30A32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CR" noProof="1"/>
              <a:t>Estenografía en Archivos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F073F76-1901-2170-33AB-22CCF8B0BF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389" y="1381065"/>
            <a:ext cx="914400" cy="8001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C8B497B-AAEF-5786-D2D8-F13B46E83D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5979" y="1252728"/>
            <a:ext cx="6520614" cy="539770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0B9907F-C7D5-C1DD-B999-3157A0A483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5180" y="4195572"/>
            <a:ext cx="3914775" cy="14097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A11EF9D-4248-131B-1C5C-C125AC78BC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58187" y="1252728"/>
            <a:ext cx="3016217" cy="2463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45361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076299-3773-91B2-B0CA-F4F346AC2F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" y="151598"/>
            <a:ext cx="11924209" cy="528186"/>
          </a:xfrm>
        </p:spPr>
        <p:txBody>
          <a:bodyPr anchor="ctr">
            <a:normAutofit/>
          </a:bodyPr>
          <a:lstStyle/>
          <a:p>
            <a:r>
              <a:rPr lang="es-CR" noProof="1"/>
              <a:t>Analizando el método Estenografía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AB9BEE2-F459-1852-7D69-684FAE2898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9787" y="776036"/>
            <a:ext cx="6088339" cy="5676965"/>
          </a:xfrm>
          <a:prstGeom prst="rect">
            <a:avLst/>
          </a:prstGeom>
          <a:noFill/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38D8761-FE64-14AB-D903-1418C23A59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9559" y="776036"/>
            <a:ext cx="2083504" cy="567696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9810533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FE7964D7-415B-DDD4-0346-C0F733196E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3808" y="584339"/>
            <a:ext cx="4361688" cy="1527048"/>
          </a:xfrm>
        </p:spPr>
        <p:txBody>
          <a:bodyPr/>
          <a:lstStyle/>
          <a:p>
            <a:r>
              <a:rPr lang="es-CR" noProof="1"/>
              <a:t>ejecucion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94505CE-B471-2D64-D08F-60051CE6BAE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7701" b="1"/>
          <a:stretch>
            <a:fillRect/>
          </a:stretch>
        </p:blipFill>
        <p:spPr>
          <a:xfrm>
            <a:off x="20" y="10"/>
            <a:ext cx="6611489" cy="6857990"/>
          </a:xfrm>
          <a:prstGeom prst="rect">
            <a:avLst/>
          </a:prstGeom>
          <a:noFill/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4DEFBD7-6EFA-F11F-2E81-F766D9A16743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3"/>
          <a:srcRect r="1" b="18554"/>
          <a:stretch>
            <a:fillRect/>
          </a:stretch>
        </p:blipFill>
        <p:spPr>
          <a:xfrm>
            <a:off x="7253745" y="2212975"/>
            <a:ext cx="4362450" cy="4095750"/>
          </a:xfrm>
          <a:noFill/>
        </p:spPr>
      </p:pic>
    </p:spTree>
    <p:extLst>
      <p:ext uri="{BB962C8B-B14F-4D97-AF65-F5344CB8AC3E}">
        <p14:creationId xmlns:p14="http://schemas.microsoft.com/office/powerpoint/2010/main" val="15575524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FA3D05-55B1-2040-05F9-ECBA7703F9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3808" y="584339"/>
            <a:ext cx="4361688" cy="514545"/>
          </a:xfrm>
        </p:spPr>
        <p:txBody>
          <a:bodyPr>
            <a:normAutofit fontScale="90000"/>
          </a:bodyPr>
          <a:lstStyle/>
          <a:p>
            <a:endParaRPr lang="es-CR" noProof="1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0BE9309-22EE-A5E0-EF14-2D6982BBF7B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s-CR" noProof="1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529DBC-7F69-CC84-EB4F-C0B07044171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253745" y="1098884"/>
            <a:ext cx="4362450" cy="5209841"/>
          </a:xfrm>
        </p:spPr>
        <p:txBody>
          <a:bodyPr/>
          <a:lstStyle/>
          <a:p>
            <a:r>
              <a:rPr lang="es-CR" noProof="1"/>
              <a:t>Este metodo occulta “en plena vista” en texto plano los datos del archivo. Que puede o no ser maliciso. </a:t>
            </a:r>
          </a:p>
          <a:p>
            <a:r>
              <a:rPr lang="es-CR" noProof="1"/>
              <a:t>Puede ocultar payloads</a:t>
            </a:r>
          </a:p>
          <a:p>
            <a:r>
              <a:rPr lang="es-CR" noProof="1"/>
              <a:t>Requiere un ambiente especifico o uso de Ingenieria Social.</a:t>
            </a:r>
          </a:p>
          <a:p>
            <a:endParaRPr lang="es-CR" noProof="1"/>
          </a:p>
        </p:txBody>
      </p:sp>
    </p:spTree>
    <p:extLst>
      <p:ext uri="{BB962C8B-B14F-4D97-AF65-F5344CB8AC3E}">
        <p14:creationId xmlns:p14="http://schemas.microsoft.com/office/powerpoint/2010/main" val="9820537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AC0C07-FE74-4735-3209-DFD3DCCC58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1627318"/>
            <a:ext cx="8430767" cy="1842020"/>
          </a:xfrm>
        </p:spPr>
        <p:txBody>
          <a:bodyPr anchor="b">
            <a:normAutofit/>
          </a:bodyPr>
          <a:lstStyle/>
          <a:p>
            <a:r>
              <a:rPr lang="es-CR" noProof="1"/>
              <a:t>Preguntas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80AF23-0550-20CB-97FA-4CDCDFA6D9F2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endParaRPr lang="es-CR" noProof="1"/>
          </a:p>
        </p:txBody>
      </p:sp>
    </p:spTree>
    <p:extLst>
      <p:ext uri="{BB962C8B-B14F-4D97-AF65-F5344CB8AC3E}">
        <p14:creationId xmlns:p14="http://schemas.microsoft.com/office/powerpoint/2010/main" val="3412396913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Helena">
  <a:themeElements>
    <a:clrScheme name="Helen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elena_win32_DN_V3" id="{9F427321-9060-43C1-8B15-4D38A9FA231C}" vid="{F91C65FD-DCCD-4832-9662-5F5E1061559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808</TotalTime>
  <Words>591</Words>
  <Application>Microsoft Office PowerPoint</Application>
  <PresentationFormat>Widescreen</PresentationFormat>
  <Paragraphs>71</Paragraphs>
  <Slides>20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Aptos</vt:lpstr>
      <vt:lpstr>Arial</vt:lpstr>
      <vt:lpstr>Neue Haas Grotesk Text Pro</vt:lpstr>
      <vt:lpstr>Wingdings</vt:lpstr>
      <vt:lpstr>Helena</vt:lpstr>
      <vt:lpstr>Ocultando Información a Plena Vista. </vt:lpstr>
      <vt:lpstr>Sobre el Expositor. </vt:lpstr>
      <vt:lpstr>Definiendo Estenografía</vt:lpstr>
      <vt:lpstr>Diferencias con Crytpografia</vt:lpstr>
      <vt:lpstr>Diferencias con Crytpografia</vt:lpstr>
      <vt:lpstr>Aplicando estenografía</vt:lpstr>
      <vt:lpstr>Real-World Examples of Steganography in History</vt:lpstr>
      <vt:lpstr>metadatos</vt:lpstr>
      <vt:lpstr>Metadatos CTF</vt:lpstr>
      <vt:lpstr>Imágenes Dentro de Imágenes.</vt:lpstr>
      <vt:lpstr>Imágenes Dentro de Imágenes. cont</vt:lpstr>
      <vt:lpstr>Demo StegnoPlus</vt:lpstr>
      <vt:lpstr>Jugando con Contraste</vt:lpstr>
      <vt:lpstr>Applicaciones de Estenografia en Ambitos Practicos.</vt:lpstr>
      <vt:lpstr>Malware. Y serialización</vt:lpstr>
      <vt:lpstr>Estenografía en Archivos</vt:lpstr>
      <vt:lpstr>Analizando el método Estenografía</vt:lpstr>
      <vt:lpstr>ejecucion </vt:lpstr>
      <vt:lpstr>PowerPoint Presentation</vt:lpstr>
      <vt:lpstr>Preguntas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cartman</dc:creator>
  <cp:lastModifiedBy>cartman</cp:lastModifiedBy>
  <cp:revision>1</cp:revision>
  <dcterms:created xsi:type="dcterms:W3CDTF">2025-07-15T18:13:05Z</dcterms:created>
  <dcterms:modified xsi:type="dcterms:W3CDTF">2025-07-20T03:32:05Z</dcterms:modified>
</cp:coreProperties>
</file>